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0db041f5f154dd0" /><Relationship Type="http://schemas.openxmlformats.org/officeDocument/2006/relationships/extended-properties" Target="/docProps/app.xml" Id="Rf546f8699dfa48ec" /><Relationship Type="http://schemas.openxmlformats.org/officeDocument/2006/relationships/officeDocument" Target="/ppt/presentation.xml" Id="Rdb319c6a06e4409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91695d292084eb0"/>
  </p:sldMasterIdLst>
  <p:notesMasterIdLst>
    <p:notesMasterId xmlns:r="http://schemas.openxmlformats.org/officeDocument/2006/relationships" r:id="Rd7c77b3ee3a24eb9"/>
  </p:notesMasterIdLst>
  <p:sldIdLst>
    <p:sldId xmlns:r="http://schemas.openxmlformats.org/officeDocument/2006/relationships" id="256" r:id="R21271d088f214bd1"/>
    <p:sldId xmlns:r="http://schemas.openxmlformats.org/officeDocument/2006/relationships" id="257" r:id="Re4955e795f1145b4"/>
    <p:sldId xmlns:r="http://schemas.openxmlformats.org/officeDocument/2006/relationships" id="258" r:id="R4c29d22fde554e97"/>
    <p:sldId xmlns:r="http://schemas.openxmlformats.org/officeDocument/2006/relationships" id="259" r:id="R8727800fde734c58"/>
    <p:sldId xmlns:r="http://schemas.openxmlformats.org/officeDocument/2006/relationships" id="260" r:id="Rb06dcbba010f4cee"/>
    <p:sldId xmlns:r="http://schemas.openxmlformats.org/officeDocument/2006/relationships" id="261" r:id="Rda0bc1ad12f943fb"/>
    <p:sldId xmlns:r="http://schemas.openxmlformats.org/officeDocument/2006/relationships" id="262" r:id="Rb6ad8a99b53242ad"/>
    <p:sldId xmlns:r="http://schemas.openxmlformats.org/officeDocument/2006/relationships" id="263" r:id="R31ee73fcac1e4bc6"/>
    <p:sldId xmlns:r="http://schemas.openxmlformats.org/officeDocument/2006/relationships" id="264" r:id="R39c5294fe7104af6"/>
    <p:sldId xmlns:r="http://schemas.openxmlformats.org/officeDocument/2006/relationships" id="265" r:id="R557f77bf85cb4e6e"/>
    <p:sldId xmlns:r="http://schemas.openxmlformats.org/officeDocument/2006/relationships" id="266" r:id="Rc298fa3cae76471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13952602d4c408f" /><Relationship Type="http://schemas.openxmlformats.org/officeDocument/2006/relationships/slideMaster" Target="/ppt/slideMasters/slideMaster1.xml" Id="Rf91695d292084eb0" /><Relationship Type="http://schemas.openxmlformats.org/officeDocument/2006/relationships/notesMaster" Target="/ppt/notesMasters/notesMaster1.xml" Id="Rd7c77b3ee3a24eb9" /><Relationship Type="http://schemas.openxmlformats.org/officeDocument/2006/relationships/presProps" Target="/ppt/presProps.xml" Id="Rb1d92666a68946b4" /><Relationship Type="http://schemas.openxmlformats.org/officeDocument/2006/relationships/tableStyles" Target="/ppt/tableStyles.xml" Id="R774f7af1315d49b0" /><Relationship Type="http://schemas.openxmlformats.org/officeDocument/2006/relationships/slide" Target="/ppt/slides/slide1.xml" Id="R21271d088f214bd1" /><Relationship Type="http://schemas.openxmlformats.org/officeDocument/2006/relationships/slide" Target="/ppt/slides/slide2.xml" Id="Re4955e795f1145b4" /><Relationship Type="http://schemas.openxmlformats.org/officeDocument/2006/relationships/slide" Target="/ppt/slides/slide3.xml" Id="R4c29d22fde554e97" /><Relationship Type="http://schemas.openxmlformats.org/officeDocument/2006/relationships/slide" Target="/ppt/slides/slide4.xml" Id="R8727800fde734c58" /><Relationship Type="http://schemas.openxmlformats.org/officeDocument/2006/relationships/slide" Target="/ppt/slides/slide5.xml" Id="Rb06dcbba010f4cee" /><Relationship Type="http://schemas.openxmlformats.org/officeDocument/2006/relationships/slide" Target="/ppt/slides/slide6.xml" Id="Rda0bc1ad12f943fb" /><Relationship Type="http://schemas.openxmlformats.org/officeDocument/2006/relationships/slide" Target="/ppt/slides/slide7.xml" Id="Rb6ad8a99b53242ad" /><Relationship Type="http://schemas.openxmlformats.org/officeDocument/2006/relationships/slide" Target="/ppt/slides/slide8.xml" Id="R31ee73fcac1e4bc6" /><Relationship Type="http://schemas.openxmlformats.org/officeDocument/2006/relationships/slide" Target="/ppt/slides/slide9.xml" Id="R39c5294fe7104af6" /><Relationship Type="http://schemas.openxmlformats.org/officeDocument/2006/relationships/slide" Target="/ppt/slides/slide10.xml" Id="R557f77bf85cb4e6e" /><Relationship Type="http://schemas.openxmlformats.org/officeDocument/2006/relationships/slide" Target="/ppt/slides/slide11.xml" Id="Rc298fa3cae76471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ae5045cf62448b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0357de9ac5a4d3b" /><Relationship Type="http://schemas.openxmlformats.org/officeDocument/2006/relationships/notesMaster" Target="/ppt/notesMasters/notesMaster1.xml" Id="R7d9a4d13bab94a3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a7dcb7b07a0479e" /><Relationship Type="http://schemas.openxmlformats.org/officeDocument/2006/relationships/notesMaster" Target="/ppt/notesMasters/notesMaster1.xml" Id="R0159922e173d485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5c80522901e4ca0" /><Relationship Type="http://schemas.openxmlformats.org/officeDocument/2006/relationships/notesMaster" Target="/ppt/notesMasters/notesMaster1.xml" Id="R86579186592c442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7a17c8a778a4121" /><Relationship Type="http://schemas.openxmlformats.org/officeDocument/2006/relationships/notesMaster" Target="/ppt/notesMasters/notesMaster1.xml" Id="Rf15131b37822493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01bc61d8e3c409b" /><Relationship Type="http://schemas.openxmlformats.org/officeDocument/2006/relationships/notesMaster" Target="/ppt/notesMasters/notesMaster1.xml" Id="R74bfcd31591f469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18f0ed82d64486c" /><Relationship Type="http://schemas.openxmlformats.org/officeDocument/2006/relationships/notesMaster" Target="/ppt/notesMasters/notesMaster1.xml" Id="Rb1a79385d7c44dc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9bfcb7794fb4feb" /><Relationship Type="http://schemas.openxmlformats.org/officeDocument/2006/relationships/notesMaster" Target="/ppt/notesMasters/notesMaster1.xml" Id="R3273e5510def4f8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498694d381d4b5d" /><Relationship Type="http://schemas.openxmlformats.org/officeDocument/2006/relationships/notesMaster" Target="/ppt/notesMasters/notesMaster1.xml" Id="R1671ffd2ee45412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ca4be504b73436d" /><Relationship Type="http://schemas.openxmlformats.org/officeDocument/2006/relationships/notesMaster" Target="/ppt/notesMasters/notesMaster1.xml" Id="Rb0d27cd502b1427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e222a6e003a4333" /><Relationship Type="http://schemas.openxmlformats.org/officeDocument/2006/relationships/notesMaster" Target="/ppt/notesMasters/notesMaster1.xml" Id="Rbe4d645af26b415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eb89f658fc44b27" /><Relationship Type="http://schemas.openxmlformats.org/officeDocument/2006/relationships/notesMaster" Target="/ppt/notesMasters/notesMaster1.xml" Id="R41ee43a5c41044e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25b7f4fbee94e33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22cc7de91f547af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8bfec3d13794b2c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0c343ef56f446b8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188c39690174851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4be82ad090c499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2E59321-F938-454C-9017-C94B108780D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9D1E4D03-3652-447C-B677-DD6A770C3EE1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DD2A071E-9D97-4E71-BAD6-B2A1FC2D99F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BA05BFE-C522-4EC6-BC99-CF3B0D962DF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5091083E-868B-4633-9B57-8C779663DB9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38DCAC76-644F-4311-95E4-FF5850AC243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203B3AEE-8F3A-4F07-B66D-E3AAAAAC344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C16E931C-7B61-4D13-A3BB-73D52E6D0FF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A9AD7E8-3B58-46A9-ABBF-469DE4A3588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B9634416-4FC4-44D7-9687-D687C54D6E7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108d9e64bf44c31" /><Relationship Type="http://schemas.openxmlformats.org/officeDocument/2006/relationships/slideLayout" Target="/ppt/slideLayouts/slideLayout1.xml" Id="R79a53e4138404645" /><Relationship Type="http://schemas.openxmlformats.org/officeDocument/2006/relationships/slideLayout" Target="/ppt/slideLayouts/slideLayout2.xml" Id="Re31cd9c229ea402c" /><Relationship Type="http://schemas.openxmlformats.org/officeDocument/2006/relationships/slideLayout" Target="/ppt/slideLayouts/slideLayout3.xml" Id="R6e59eb3c31744d4b" /><Relationship Type="http://schemas.openxmlformats.org/officeDocument/2006/relationships/slideLayout" Target="/ppt/slideLayouts/slideLayout4.xml" Id="Re9695636d7a24923" /><Relationship Type="http://schemas.openxmlformats.org/officeDocument/2006/relationships/slideLayout" Target="/ppt/slideLayouts/slideLayout5.xml" Id="R704b5968e6c046a9" /><Relationship Type="http://schemas.openxmlformats.org/officeDocument/2006/relationships/slideLayout" Target="/ppt/slideLayouts/slideLayout6.xml" Id="R5ed8710042574ed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9a53e4138404645"/>
    <p:sldLayoutId xmlns:r="http://schemas.openxmlformats.org/officeDocument/2006/relationships" id="2147483650" r:id="Re31cd9c229ea402c"/>
    <p:sldLayoutId xmlns:r="http://schemas.openxmlformats.org/officeDocument/2006/relationships" id="2147483651" r:id="R6e59eb3c31744d4b"/>
    <p:sldLayoutId xmlns:r="http://schemas.openxmlformats.org/officeDocument/2006/relationships" id="2147483652" r:id="Re9695636d7a24923"/>
    <p:sldLayoutId xmlns:r="http://schemas.openxmlformats.org/officeDocument/2006/relationships" id="2147483653" r:id="R704b5968e6c046a9"/>
    <p:sldLayoutId xmlns:r="http://schemas.openxmlformats.org/officeDocument/2006/relationships" id="2147483654" r:id="R5ed8710042574ed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7ff36cd739e4080" /><Relationship Type="http://schemas.openxmlformats.org/officeDocument/2006/relationships/image" Target="/ppt/media/image.png" Id="R06f0ba9f897340ce" /><Relationship Type="http://schemas.openxmlformats.org/officeDocument/2006/relationships/notesSlide" Target="/ppt/notesSlides/notesSlide1.xml" Id="Rc6b10dd90b62475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2d0c608fc974370" /><Relationship Type="http://schemas.openxmlformats.org/officeDocument/2006/relationships/notesSlide" Target="/ppt/notesSlides/notesSlide2.xml" Id="R4e070c17a66d476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4e3f18d6960404f" /><Relationship Type="http://schemas.openxmlformats.org/officeDocument/2006/relationships/image" Target="/ppt/media/image2.png" Id="Rc5e1a41f71f841f2" /><Relationship Type="http://schemas.openxmlformats.org/officeDocument/2006/relationships/image" Target="/ppt/media/image3.png" Id="R396c0be3f5c34d4e" /><Relationship Type="http://schemas.openxmlformats.org/officeDocument/2006/relationships/notesSlide" Target="/ppt/notesSlides/notesSlide3.xml" Id="Rcc4a4804ec7d4be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dba6edd87244c58" /><Relationship Type="http://schemas.openxmlformats.org/officeDocument/2006/relationships/image" Target="/ppt/media/image4.png" Id="R260ebda63c76474e" /><Relationship Type="http://schemas.openxmlformats.org/officeDocument/2006/relationships/image" Target="/ppt/media/image5.png" Id="R1eeaf1118af0494c" /><Relationship Type="http://schemas.openxmlformats.org/officeDocument/2006/relationships/image" Target="/ppt/media/image6.png" Id="Rb225e2ab205347c3" /><Relationship Type="http://schemas.openxmlformats.org/officeDocument/2006/relationships/notesSlide" Target="/ppt/notesSlides/notesSlide4.xml" Id="R23442866ca1b424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302aac7f523453f" /><Relationship Type="http://schemas.openxmlformats.org/officeDocument/2006/relationships/image" Target="/ppt/media/image7.png" Id="Rec4172a56b86480a" /><Relationship Type="http://schemas.openxmlformats.org/officeDocument/2006/relationships/image" Target="/ppt/media/image8.png" Id="Ree7e4bfe9a614a98" /><Relationship Type="http://schemas.openxmlformats.org/officeDocument/2006/relationships/image" Target="/ppt/media/image9.png" Id="Rcca78085bc454f68" /><Relationship Type="http://schemas.openxmlformats.org/officeDocument/2006/relationships/image" Target="/ppt/media/image10.png" Id="Rbd67c79d13564da9" /><Relationship Type="http://schemas.openxmlformats.org/officeDocument/2006/relationships/image" Target="/ppt/media/image11.png" Id="R9a1424c394e34e94" /><Relationship Type="http://schemas.openxmlformats.org/officeDocument/2006/relationships/notesSlide" Target="/ppt/notesSlides/notesSlide5.xml" Id="R21ac7c94a14d419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e07f7ec994f4723" /><Relationship Type="http://schemas.openxmlformats.org/officeDocument/2006/relationships/image" Target="/ppt/media/image12.png" Id="R79bc5e99a1864000" /><Relationship Type="http://schemas.openxmlformats.org/officeDocument/2006/relationships/image" Target="/ppt/media/image13.png" Id="R9ec7044265074122" /><Relationship Type="http://schemas.openxmlformats.org/officeDocument/2006/relationships/image" Target="/ppt/media/image14.png" Id="R42fb4ee19b0c483f" /><Relationship Type="http://schemas.openxmlformats.org/officeDocument/2006/relationships/image" Target="/ppt/media/image15.png" Id="Re8a1818ee1584554" /><Relationship Type="http://schemas.openxmlformats.org/officeDocument/2006/relationships/image" Target="/ppt/media/image16.png" Id="Rf195fff2afcf44fc" /><Relationship Type="http://schemas.openxmlformats.org/officeDocument/2006/relationships/notesSlide" Target="/ppt/notesSlides/notesSlide6.xml" Id="Rd9e20457929641b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c3a5c02231e44b7" /><Relationship Type="http://schemas.openxmlformats.org/officeDocument/2006/relationships/notesSlide" Target="/ppt/notesSlides/notesSlide7.xml" Id="Rf1ae9a5c473b4cf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825f4a58c8a489f" /><Relationship Type="http://schemas.openxmlformats.org/officeDocument/2006/relationships/image" Target="/ppt/media/image17.png" Id="Ra675d24f02244271" /><Relationship Type="http://schemas.openxmlformats.org/officeDocument/2006/relationships/image" Target="/ppt/media/image18.png" Id="Rd70957db17be455c" /><Relationship Type="http://schemas.openxmlformats.org/officeDocument/2006/relationships/image" Target="/ppt/media/image19.png" Id="R2051ce17833449c2" /><Relationship Type="http://schemas.openxmlformats.org/officeDocument/2006/relationships/image" Target="/ppt/media/image20.png" Id="R10f875e98a824043" /><Relationship Type="http://schemas.openxmlformats.org/officeDocument/2006/relationships/image" Target="/ppt/media/image21.png" Id="R059b62317a074c1c" /><Relationship Type="http://schemas.openxmlformats.org/officeDocument/2006/relationships/image" Target="/ppt/media/image22.png" Id="R8eda3e9f28bd4518" /><Relationship Type="http://schemas.openxmlformats.org/officeDocument/2006/relationships/image" Target="/ppt/media/image23.png" Id="R0f8f6a92784743d4" /><Relationship Type="http://schemas.openxmlformats.org/officeDocument/2006/relationships/image" Target="/ppt/media/image24.png" Id="Ra4d242eb5a664d78" /><Relationship Type="http://schemas.openxmlformats.org/officeDocument/2006/relationships/notesSlide" Target="/ppt/notesSlides/notesSlide8.xml" Id="Rd19f17ac945045c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afbcdaa3d984579" /><Relationship Type="http://schemas.openxmlformats.org/officeDocument/2006/relationships/hyperlink" Target="https://github.com/arajung-hub/on-air-companion/blob/main/ANALYTICS.md" TargetMode="External" Id="R00934e123dea4c4b" /><Relationship Type="http://schemas.openxmlformats.org/officeDocument/2006/relationships/notesSlide" Target="/ppt/notesSlides/notesSlide9.xml" Id="Rc2ead262ef4a48b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2c8682269654870" /><Relationship Type="http://schemas.openxmlformats.org/officeDocument/2006/relationships/notesSlide" Target="/ppt/notesSlides/notesSlide10.xml" Id="R66e678278d43496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3bbb87a82f54dab" /><Relationship Type="http://schemas.openxmlformats.org/officeDocument/2006/relationships/image" Target="/ppt/media/image25.png" Id="R0a06fb44be984eb1" /><Relationship Type="http://schemas.openxmlformats.org/officeDocument/2006/relationships/image" Target="/ppt/media/image26.png" Id="R5ae002b73eca4cea" /><Relationship Type="http://schemas.openxmlformats.org/officeDocument/2006/relationships/hyperlink" Target="https://on-air-companion-project.arajung50.chatgpt.site/media/demo-basic.mp4" TargetMode="External" Id="Rdc14ddafb07943d7" /><Relationship Type="http://schemas.openxmlformats.org/officeDocument/2006/relationships/hyperlink" Target="https://on-air-companion-project.arajung50.chatgpt.site/media/demo-animals.mp4" TargetMode="External" Id="Rf4588b3100ff45a9" /><Relationship Type="http://schemas.openxmlformats.org/officeDocument/2006/relationships/image" Target="/ppt/media/image27.png" Id="R8ab7431a65e14544" /><Relationship Type="http://schemas.openxmlformats.org/officeDocument/2006/relationships/hyperlink" Target="https://github.com/arajung-hub/on-air-companion/releases/latest" TargetMode="External" Id="R50bfc61900ad406f" /><Relationship Type="http://schemas.openxmlformats.org/officeDocument/2006/relationships/hyperlink" Target="https://github.com/arajung-hub/on-air-companion" TargetMode="External" Id="Re8ef262a41d74470" /><Relationship Type="http://schemas.openxmlformats.org/officeDocument/2006/relationships/hyperlink" Target="https://github.com/arajung-hub/on-air-companion/releases/latest" TargetMode="External" Id="R3c84f60bc54340b3" /><Relationship Type="http://schemas.openxmlformats.org/officeDocument/2006/relationships/hyperlink" Target="https://supabase.com/dashboard/project/xhtjhqbdupltzmpdvuut/editor" TargetMode="External" Id="R79abb40e6a1649be" /><Relationship Type="http://schemas.openxmlformats.org/officeDocument/2006/relationships/notesSlide" Target="/ppt/notesSlides/notesSlide11.xml" Id="Rec8860a4f5ff479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6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intro-text-1">
            <a:extLst xmlns:a="http://schemas.openxmlformats.org/drawingml/2006/main">
              <a:ext uri="{FF2B5EF4-FFF2-40B4-BE49-F238E27FC236}">
                <a16:creationId xmlns:a16="http://schemas.microsoft.com/office/drawing/2014/main" id="{A4C486A3-1DC3-4CA7-9F21-817186504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95300"/>
            <a:ext cx="571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050" b="1">
                <a:solidFill>
                  <a:srgbClr val="77716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1050" b="1">
                <a:solidFill>
                  <a:srgbClr val="777168"/>
                </a:solidFill>
                <a:latin typeface="Pretendard"/>
                <a:ea typeface="Pretendard"/>
                <a:cs typeface="Pretendard"/>
              </a:defRPr>
            </a:pPr>
            <a:r>
              <a:rPr sz="1050" b="1">
                <a:solidFill>
                  <a:srgbClr val="777168"/>
                </a:solidFill>
                <a:latin typeface="Pretendard"/>
                <a:ea typeface="Pretendard"/>
                <a:cs typeface="Pretendard"/>
              </a:rPr>
              <a:t>2026-02 GENERATIVE AI AND UX</a:t>
            </a:r>
          </a:p>
        </p:txBody>
      </p:sp>
      <p:sp>
        <p:nvSpPr>
          <p:cNvPr id="2" name="intro-text-2">
            <a:extLst xmlns:a="http://schemas.openxmlformats.org/drawingml/2006/main">
              <a:ext uri="{FF2B5EF4-FFF2-40B4-BE49-F238E27FC236}">
                <a16:creationId xmlns:a16="http://schemas.microsoft.com/office/drawing/2014/main" id="{FD70130A-F064-49B3-9B91-D2653C382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95300"/>
            <a:ext cx="1657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1050" b="0">
                <a:solidFill>
                  <a:srgbClr val="77716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r">
              <a:lnSpc>
                <a:spcPct val="140000"/>
              </a:lnSpc>
              <a:buNone/>
              <a:defRPr sz="1050" b="0">
                <a:solidFill>
                  <a:srgbClr val="777168"/>
                </a:solidFill>
                <a:latin typeface="Pretendard"/>
                <a:ea typeface="Pretendard"/>
                <a:cs typeface="Pretendard"/>
              </a:defRPr>
            </a:pPr>
            <a:r>
              <a:rPr sz="1050" b="0">
                <a:solidFill>
                  <a:srgbClr val="777168"/>
                </a:solidFill>
                <a:latin typeface="Pretendard"/>
                <a:ea typeface="Pretendard"/>
                <a:cs typeface="Pretendard"/>
              </a:rPr>
              <a:t>MINI PROJECT</a:t>
            </a:r>
          </a:p>
        </p:txBody>
      </p:sp>
      <p:sp>
        <p:nvSpPr>
          <p:cNvPr id="3" name="intro-text-3">
            <a:extLst xmlns:a="http://schemas.openxmlformats.org/drawingml/2006/main">
              <a:ext uri="{FF2B5EF4-FFF2-40B4-BE49-F238E27FC236}">
                <a16:creationId xmlns:a16="http://schemas.microsoft.com/office/drawing/2014/main" id="{A17CFA89-B505-4420-92CA-A5CC3815A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10972800" cy="1457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12"/>
          </a:bodyPr>
          <a:lstStyle xmlns:a="http://schemas.openxmlformats.org/drawingml/2006/main">
            <a:defPPr algn="ctr">
              <a:defRPr sz="8100" b="1">
                <a:solidFill>
                  <a:srgbClr val="1E1D1A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ctr">
              <a:lnSpc>
                <a:spcPct val="130000"/>
              </a:lnSpc>
              <a:buNone/>
              <a:defRPr sz="8100" b="1">
                <a:solidFill>
                  <a:srgbClr val="1E1D1A"/>
                </a:solidFill>
                <a:latin typeface="Pretendard"/>
                <a:ea typeface="Pretendard"/>
                <a:cs typeface="Pretendard"/>
              </a:defRPr>
            </a:pPr>
            <a:r>
              <a:rPr sz="8100" b="1">
                <a:solidFill>
                  <a:srgbClr val="1E1D1A"/>
                </a:solidFill>
                <a:latin typeface="Pretendard"/>
                <a:ea typeface="Pretendard"/>
                <a:cs typeface="Pretendard"/>
              </a:rPr>
              <a:t>On Air Companion</a:t>
            </a:r>
          </a:p>
        </p:txBody>
      </p:sp>
      <p:sp>
        <p:nvSpPr>
          <p:cNvPr id="4" name="intro-text-4">
            <a:extLst xmlns:a="http://schemas.openxmlformats.org/drawingml/2006/main">
              <a:ext uri="{FF2B5EF4-FFF2-40B4-BE49-F238E27FC236}">
                <a16:creationId xmlns:a16="http://schemas.microsoft.com/office/drawing/2014/main" id="{7824FE35-205C-4ED9-91C8-DCC5106E3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05175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875" b="0">
                <a:solidFill>
                  <a:srgbClr val="1E1D1A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ctr">
              <a:lnSpc>
                <a:spcPct val="140000"/>
              </a:lnSpc>
              <a:buNone/>
              <a:defRPr sz="1875" b="0">
                <a:solidFill>
                  <a:srgbClr val="1E1D1A"/>
                </a:solidFill>
                <a:latin typeface="Pretendard"/>
                <a:ea typeface="Pretendard"/>
                <a:cs typeface="Pretendard"/>
              </a:defRPr>
            </a:pPr>
            <a:r>
              <a:rPr sz="1875" b="0">
                <a:solidFill>
                  <a:srgbClr val="1E1D1A"/>
                </a:solidFill>
                <a:latin typeface="Pretendard"/>
                <a:ea typeface="Pretendard"/>
                <a:cs typeface="Pretendard"/>
              </a:rPr>
              <a:t>Zoom 마이크·카메라 알림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B1D59C-C2A7-4A1C-9720-45248ECE6CB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f0ba9f897340ce"/>
          <a:stretch xmlns:a="http://schemas.openxmlformats.org/drawingml/2006/main"/>
        </p:blipFill>
        <p:spPr>
          <a:xfrm xmlns:a="http://schemas.openxmlformats.org/drawingml/2006/main">
            <a:off x="4437822" y="4000500"/>
            <a:ext cx="3316357" cy="1362075"/>
          </a:xfrm>
          <a:prstGeom xmlns:a="http://schemas.openxmlformats.org/drawingml/2006/main" prst="rect">
            <a:avLst/>
          </a:prstGeom>
        </p:spPr>
      </p:pic>
      <p:sp>
        <p:nvSpPr>
          <p:cNvPr id="6" name="intro-text-5">
            <a:extLst xmlns:a="http://schemas.openxmlformats.org/drawingml/2006/main">
              <a:ext uri="{FF2B5EF4-FFF2-40B4-BE49-F238E27FC236}">
                <a16:creationId xmlns:a16="http://schemas.microsoft.com/office/drawing/2014/main" id="{186662F0-25A4-4484-8C3A-4CCE82ACF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38825"/>
            <a:ext cx="714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1E1D1A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1425" b="1">
                <a:solidFill>
                  <a:srgbClr val="1E1D1A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1E1D1A"/>
                </a:solidFill>
                <a:latin typeface="Pretendard"/>
                <a:ea typeface="Pretendard"/>
                <a:cs typeface="Pretendard"/>
              </a:rPr>
              <a:t>정아라</a:t>
            </a:r>
          </a:p>
        </p:txBody>
      </p:sp>
      <p:sp>
        <p:nvSpPr>
          <p:cNvPr id="7" name="intro-text-6">
            <a:extLst xmlns:a="http://schemas.openxmlformats.org/drawingml/2006/main">
              <a:ext uri="{FF2B5EF4-FFF2-40B4-BE49-F238E27FC236}">
                <a16:creationId xmlns:a16="http://schemas.microsoft.com/office/drawing/2014/main" id="{721F7379-38C5-42C4-98B6-A3868C9FC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200775"/>
            <a:ext cx="7143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77716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lnSpc>
                <a:spcPct val="140000"/>
              </a:lnSpc>
              <a:buNone/>
              <a:defRPr sz="1125" b="0">
                <a:solidFill>
                  <a:srgbClr val="777168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777168"/>
                </a:solidFill>
                <a:latin typeface="Pretendard"/>
                <a:ea typeface="Pretendard"/>
                <a:cs typeface="Pretendard"/>
              </a:rPr>
              <a:t>이화여자대학교 UX디자인전공</a:t>
            </a:r>
          </a:p>
        </p:txBody>
      </p:sp>
      <p:sp>
        <p:nvSpPr>
          <p:cNvPr id="8" name="intro-text-7">
            <a:extLst xmlns:a="http://schemas.openxmlformats.org/drawingml/2006/main">
              <a:ext uri="{FF2B5EF4-FFF2-40B4-BE49-F238E27FC236}">
                <a16:creationId xmlns:a16="http://schemas.microsoft.com/office/drawing/2014/main" id="{86D29FE5-773E-4FCE-9F55-6443F25F3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096000"/>
            <a:ext cx="1581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6726"/>
          </a:bodyPr>
          <a:lstStyle xmlns:a="http://schemas.openxmlformats.org/drawingml/2006/main">
            <a:defPPr algn="r">
              <a:defRPr sz="1200" b="0">
                <a:solidFill>
                  <a:srgbClr val="77716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r">
              <a:lnSpc>
                <a:spcPct val="140000"/>
              </a:lnSpc>
              <a:buNone/>
              <a:defRPr sz="1200" b="0">
                <a:solidFill>
                  <a:srgbClr val="777168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777168"/>
                </a:solidFill>
                <a:latin typeface="Pretendard"/>
                <a:ea typeface="Pretendard"/>
                <a:cs typeface="Pretendard"/>
              </a:rPr>
              <a:t>2026. 10. 12</a:t>
            </a:r>
          </a:p>
        </p:txBody>
      </p:sp>
    </p:spTree>
    <p:extLst>
      <p:ext uri="{BB962C8B-B14F-4D97-AF65-F5344CB8AC3E}">
        <p14:creationId xmlns:p14="http://schemas.microsoft.com/office/powerpoint/2010/main" val="87362372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1E1D1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problem-text-1">
            <a:extLst xmlns:a="http://schemas.openxmlformats.org/drawingml/2006/main">
              <a:ext uri="{FF2B5EF4-FFF2-40B4-BE49-F238E27FC236}">
                <a16:creationId xmlns:a16="http://schemas.microsoft.com/office/drawing/2014/main" id="{4F282B2D-243F-4AC1-ACCD-DB4FC262F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809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AAA39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975" b="1">
                <a:solidFill>
                  <a:srgbClr val="AAA398"/>
                </a:solidFill>
                <a:latin typeface="Pretendard"/>
                <a:ea typeface="Pretendard"/>
                <a:cs typeface="Pretendard"/>
              </a:defRPr>
            </a:pPr>
            <a:r>
              <a:rPr sz="975" b="1">
                <a:solidFill>
                  <a:srgbClr val="AAA398"/>
                </a:solidFill>
                <a:latin typeface="Pretendard"/>
                <a:ea typeface="Pretendard"/>
                <a:cs typeface="Pretendard"/>
              </a:rPr>
              <a:t>PROBLEM &amp; FOCUS</a:t>
            </a:r>
          </a:p>
        </p:txBody>
      </p:sp>
      <p:sp>
        <p:nvSpPr>
          <p:cNvPr id="2" name="problem-text-2">
            <a:extLst xmlns:a="http://schemas.openxmlformats.org/drawingml/2006/main">
              <a:ext uri="{FF2B5EF4-FFF2-40B4-BE49-F238E27FC236}">
                <a16:creationId xmlns:a16="http://schemas.microsoft.com/office/drawing/2014/main" id="{7E10CD5D-2858-4B50-BE69-3224A9583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850" b="1">
                <a:solidFill>
                  <a:srgbClr val="F6F1E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850" b="1">
                <a:solidFill>
                  <a:srgbClr val="F6F1E8"/>
                </a:solidFill>
                <a:latin typeface="Pretendard"/>
                <a:ea typeface="Pretendard"/>
                <a:cs typeface="Pretendard"/>
              </a:defRPr>
            </a:pPr>
            <a:r>
              <a:rPr sz="2850" b="1">
                <a:solidFill>
                  <a:srgbClr val="F6F1E8"/>
                </a:solidFill>
                <a:latin typeface="Pretendard"/>
                <a:ea typeface="Pretendard"/>
                <a:cs typeface="Pretendard"/>
              </a:rPr>
              <a:t>문제와 확인 목표</a:t>
            </a:r>
          </a:p>
        </p:txBody>
      </p:sp>
      <p:sp>
        <p:nvSpPr>
          <p:cNvPr id="3" name="problem-text-3">
            <a:extLst xmlns:a="http://schemas.openxmlformats.org/drawingml/2006/main">
              <a:ext uri="{FF2B5EF4-FFF2-40B4-BE49-F238E27FC236}">
                <a16:creationId xmlns:a16="http://schemas.microsoft.com/office/drawing/2014/main" id="{06DF2CDB-9FAC-4E2A-ACAA-B91D60198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438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1050" b="0">
                <a:solidFill>
                  <a:srgbClr val="AAA39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r">
              <a:lnSpc>
                <a:spcPct val="140000"/>
              </a:lnSpc>
              <a:buNone/>
              <a:defRPr sz="1050" b="0">
                <a:solidFill>
                  <a:srgbClr val="AAA398"/>
                </a:solidFill>
                <a:latin typeface="Pretendard"/>
                <a:ea typeface="Pretendard"/>
                <a:cs typeface="Pretendard"/>
              </a:defRPr>
            </a:pPr>
            <a:r>
              <a:rPr sz="1050" b="0">
                <a:solidFill>
                  <a:srgbClr val="AAA398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4" name="problem-text-4">
            <a:extLst xmlns:a="http://schemas.openxmlformats.org/drawingml/2006/main">
              <a:ext uri="{FF2B5EF4-FFF2-40B4-BE49-F238E27FC236}">
                <a16:creationId xmlns:a16="http://schemas.microsoft.com/office/drawing/2014/main" id="{7BCEB878-069D-4BBA-B330-81623C722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38325"/>
            <a:ext cx="10477500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7387"/>
          </a:bodyPr>
          <a:lstStyle xmlns:a="http://schemas.openxmlformats.org/drawingml/2006/main">
            <a:defPPr algn="l">
              <a:defRPr sz="3900" b="1">
                <a:solidFill>
                  <a:srgbClr val="F6F1E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3900" b="1">
                <a:solidFill>
                  <a:srgbClr val="F6F1E8"/>
                </a:solidFill>
                <a:latin typeface="Pretendard"/>
                <a:ea typeface="Pretendard"/>
                <a:cs typeface="Pretendard"/>
              </a:defRPr>
            </a:pPr>
            <a:r>
              <a:rPr sz="3900" b="1">
                <a:solidFill>
                  <a:srgbClr val="F6F1E8"/>
                </a:solidFill>
                <a:latin typeface="Pretendard"/>
                <a:ea typeface="Pretendard"/>
                <a:cs typeface="Pretendard"/>
              </a:rPr>
              <a:t>마이크가 켜진 줄 모르고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3900" b="1">
                <a:solidFill>
                  <a:srgbClr val="F6F1E8"/>
                </a:solidFill>
                <a:latin typeface="Pretendard"/>
                <a:ea typeface="Pretendard"/>
                <a:cs typeface="Pretendard"/>
              </a:defRPr>
            </a:pPr>
            <a:r>
              <a:rPr sz="3900" b="1">
                <a:solidFill>
                  <a:srgbClr val="F6F1E8"/>
                </a:solidFill>
                <a:latin typeface="Pretendard"/>
                <a:ea typeface="Pretendard"/>
                <a:cs typeface="Pretendard"/>
              </a:rPr>
              <a:t>개인 대화를 한 적이 있습니다.</a:t>
            </a:r>
          </a:p>
        </p:txBody>
      </p:sp>
      <p:sp>
        <p:nvSpPr>
          <p:cNvPr id="5" name="problem-text-5">
            <a:extLst xmlns:a="http://schemas.openxmlformats.org/drawingml/2006/main">
              <a:ext uri="{FF2B5EF4-FFF2-40B4-BE49-F238E27FC236}">
                <a16:creationId xmlns:a16="http://schemas.microsoft.com/office/drawing/2014/main" id="{9C55D9C9-D966-438F-8199-211334559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8100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AAA39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1275" b="1">
                <a:solidFill>
                  <a:srgbClr val="AAA398"/>
                </a:solidFill>
                <a:latin typeface="Pretendard"/>
                <a:ea typeface="Pretendard"/>
                <a:cs typeface="Pretendard"/>
              </a:defRPr>
            </a:pPr>
            <a:r>
              <a:rPr sz="1275" b="1">
                <a:solidFill>
                  <a:srgbClr val="AAA398"/>
                </a:solidFill>
                <a:latin typeface="Pretendard"/>
                <a:ea typeface="Pretendard"/>
                <a:cs typeface="Pretendard"/>
              </a:rPr>
              <a:t>문제</a:t>
            </a:r>
          </a:p>
        </p:txBody>
      </p:sp>
      <p:sp>
        <p:nvSpPr>
          <p:cNvPr id="6" name="problem-text-6">
            <a:extLst xmlns:a="http://schemas.openxmlformats.org/drawingml/2006/main">
              <a:ext uri="{FF2B5EF4-FFF2-40B4-BE49-F238E27FC236}">
                <a16:creationId xmlns:a16="http://schemas.microsoft.com/office/drawing/2014/main" id="{4C1FF6FE-8433-4226-BF9F-05457ADF7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276725"/>
            <a:ext cx="4857750" cy="923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100" b="0">
                <a:solidFill>
                  <a:srgbClr val="F6F1E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lnSpc>
                <a:spcPct val="140000"/>
              </a:lnSpc>
              <a:buNone/>
              <a:defRPr sz="2100" b="0">
                <a:solidFill>
                  <a:srgbClr val="F6F1E8"/>
                </a:solidFill>
                <a:latin typeface="Pretendard"/>
                <a:ea typeface="Pretendard"/>
                <a:cs typeface="Pretendard"/>
              </a:defRPr>
            </a:pPr>
            <a:r>
              <a:rPr sz="2100" b="0">
                <a:solidFill>
                  <a:srgbClr val="F6F1E8"/>
                </a:solidFill>
                <a:latin typeface="Pretendard"/>
                <a:ea typeface="Pretendard"/>
                <a:cs typeface="Pretendard"/>
              </a:rPr>
              <a:t>회의 창을 보고 있지 않을 때,</a:t>
            </a:r>
          </a:p>
          <a:p xmlns:a="http://schemas.openxmlformats.org/drawingml/2006/main">
            <a:pPr algn="l">
              <a:lnSpc>
                <a:spcPct val="140000"/>
              </a:lnSpc>
              <a:buNone/>
              <a:defRPr sz="2100" b="0">
                <a:solidFill>
                  <a:srgbClr val="F6F1E8"/>
                </a:solidFill>
                <a:latin typeface="Pretendard"/>
                <a:ea typeface="Pretendard"/>
                <a:cs typeface="Pretendard"/>
              </a:defRPr>
            </a:pPr>
            <a:r>
              <a:rPr sz="2100" b="0">
                <a:solidFill>
                  <a:srgbClr val="F6F1E8"/>
                </a:solidFill>
                <a:latin typeface="Pretendard"/>
                <a:ea typeface="Pretendard"/>
                <a:cs typeface="Pretendard"/>
              </a:rPr>
              <a:t>작은 상태 아이콘을 놓쳤습니다.</a:t>
            </a:r>
          </a:p>
        </p:txBody>
      </p:sp>
      <p:sp>
        <p:nvSpPr>
          <p:cNvPr id="7" name="problem-text-7">
            <a:extLst xmlns:a="http://schemas.openxmlformats.org/drawingml/2006/main">
              <a:ext uri="{FF2B5EF4-FFF2-40B4-BE49-F238E27FC236}">
                <a16:creationId xmlns:a16="http://schemas.microsoft.com/office/drawing/2014/main" id="{9088124B-9E98-4C7D-AFA3-311C21296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810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AAA39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1275" b="1">
                <a:solidFill>
                  <a:srgbClr val="AAA398"/>
                </a:solidFill>
                <a:latin typeface="Pretendard"/>
                <a:ea typeface="Pretendard"/>
                <a:cs typeface="Pretendard"/>
              </a:defRPr>
            </a:pPr>
            <a:r>
              <a:rPr sz="1275" b="1">
                <a:solidFill>
                  <a:srgbClr val="AAA398"/>
                </a:solidFill>
                <a:latin typeface="Pretendard"/>
                <a:ea typeface="Pretendard"/>
                <a:cs typeface="Pretendard"/>
              </a:rPr>
              <a:t>확인하려는 내용</a:t>
            </a:r>
          </a:p>
        </p:txBody>
      </p:sp>
      <p:sp>
        <p:nvSpPr>
          <p:cNvPr id="8" name="problem-text-8">
            <a:extLst xmlns:a="http://schemas.openxmlformats.org/drawingml/2006/main">
              <a:ext uri="{FF2B5EF4-FFF2-40B4-BE49-F238E27FC236}">
                <a16:creationId xmlns:a16="http://schemas.microsoft.com/office/drawing/2014/main" id="{91943FA5-0390-4B0D-81DB-D456F1712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276725"/>
            <a:ext cx="5257800" cy="1152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6032"/>
          </a:bodyPr>
          <a:lstStyle xmlns:a="http://schemas.openxmlformats.org/drawingml/2006/main">
            <a:defPPr algn="l">
              <a:defRPr sz="1875" b="1">
                <a:solidFill>
                  <a:srgbClr val="F6F1E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lnSpc>
                <a:spcPct val="140000"/>
              </a:lnSpc>
              <a:buNone/>
              <a:defRPr sz="1875" b="1">
                <a:solidFill>
                  <a:srgbClr val="F6F1E8"/>
                </a:solidFill>
                <a:latin typeface="Pretendard"/>
                <a:ea typeface="Pretendard"/>
                <a:cs typeface="Pretendard"/>
              </a:defRPr>
            </a:pPr>
            <a:r>
              <a:rPr sz="1875" b="1">
                <a:solidFill>
                  <a:srgbClr val="F6F1E8"/>
                </a:solidFill>
                <a:latin typeface="Pretendard"/>
                <a:ea typeface="Pretendard"/>
                <a:cs typeface="Pretendard"/>
              </a:rPr>
              <a:t>기존 아이콘보다 상태를 더 빨리</a:t>
            </a:r>
          </a:p>
          <a:p xmlns:a="http://schemas.openxmlformats.org/drawingml/2006/main">
            <a:pPr algn="l">
              <a:lnSpc>
                <a:spcPct val="140000"/>
              </a:lnSpc>
              <a:buNone/>
              <a:defRPr sz="1875" b="1">
                <a:solidFill>
                  <a:srgbClr val="F6F1E8"/>
                </a:solidFill>
                <a:latin typeface="Pretendard"/>
                <a:ea typeface="Pretendard"/>
                <a:cs typeface="Pretendard"/>
              </a:defRPr>
            </a:pPr>
            <a:r>
              <a:rPr sz="1875" b="1">
                <a:solidFill>
                  <a:srgbClr val="F6F1E8"/>
                </a:solidFill>
                <a:latin typeface="Pretendard"/>
                <a:ea typeface="Pretendard"/>
                <a:cs typeface="Pretendard"/>
              </a:rPr>
              <a:t>알아차리는 데 도움이 되는지</a:t>
            </a:r>
          </a:p>
          <a:p xmlns:a="http://schemas.openxmlformats.org/drawingml/2006/main">
            <a:pPr algn="l">
              <a:lnSpc>
                <a:spcPct val="140000"/>
              </a:lnSpc>
              <a:buNone/>
              <a:defRPr sz="1875" b="1">
                <a:solidFill>
                  <a:srgbClr val="F6F1E8"/>
                </a:solidFill>
                <a:latin typeface="Pretendard"/>
                <a:ea typeface="Pretendard"/>
                <a:cs typeface="Pretendard"/>
              </a:defRPr>
            </a:pPr>
            <a:r>
              <a:rPr sz="1875" b="1">
                <a:solidFill>
                  <a:srgbClr val="F6F1E8"/>
                </a:solidFill>
                <a:latin typeface="Pretendard"/>
                <a:ea typeface="Pretendard"/>
                <a:cs typeface="Pretendard"/>
              </a:rPr>
              <a:t>확인하고자 했습니다.</a:t>
            </a:r>
          </a:p>
        </p:txBody>
      </p:sp>
      <p:sp>
        <p:nvSpPr>
          <p:cNvPr id="9" name="problem-text-9">
            <a:extLst xmlns:a="http://schemas.openxmlformats.org/drawingml/2006/main">
              <a:ext uri="{FF2B5EF4-FFF2-40B4-BE49-F238E27FC236}">
                <a16:creationId xmlns:a16="http://schemas.microsoft.com/office/drawing/2014/main" id="{27820F36-5756-4E99-AC73-C4A9830F6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648325"/>
            <a:ext cx="5257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AAA39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lnSpc>
                <a:spcPct val="140000"/>
              </a:lnSpc>
              <a:buNone/>
              <a:defRPr sz="1350" b="0">
                <a:solidFill>
                  <a:srgbClr val="AAA398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AAA398"/>
                </a:solidFill>
                <a:latin typeface="Pretendard"/>
                <a:ea typeface="Pretendard"/>
                <a:cs typeface="Pretendard"/>
              </a:rPr>
              <a:t>알아차림 속도는 아직 비교 검증하지 않았습니다.</a:t>
            </a:r>
          </a:p>
        </p:txBody>
      </p:sp>
    </p:spTree>
    <p:extLst>
      <p:ext uri="{BB962C8B-B14F-4D97-AF65-F5344CB8AC3E}">
        <p14:creationId xmlns:p14="http://schemas.microsoft.com/office/powerpoint/2010/main" val="149462790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intent-text-1">
            <a:extLst xmlns:a="http://schemas.openxmlformats.org/drawingml/2006/main">
              <a:ext uri="{FF2B5EF4-FFF2-40B4-BE49-F238E27FC236}">
                <a16:creationId xmlns:a16="http://schemas.microsoft.com/office/drawing/2014/main" id="{ABA1CC3A-6427-4B53-B861-F511510A8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809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77716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975" b="1">
                <a:solidFill>
                  <a:srgbClr val="777168"/>
                </a:solidFill>
                <a:latin typeface="Pretendard"/>
                <a:ea typeface="Pretendard"/>
                <a:cs typeface="Pretendard"/>
              </a:defRPr>
            </a:pPr>
            <a:r>
              <a:rPr sz="975" b="1">
                <a:solidFill>
                  <a:srgbClr val="777168"/>
                </a:solidFill>
                <a:latin typeface="Pretendard"/>
                <a:ea typeface="Pretendard"/>
                <a:cs typeface="Pretendard"/>
              </a:rPr>
              <a:t>GOAL &amp; DESIGN INTENT</a:t>
            </a:r>
          </a:p>
        </p:txBody>
      </p:sp>
      <p:sp>
        <p:nvSpPr>
          <p:cNvPr id="2" name="intent-text-2">
            <a:extLst xmlns:a="http://schemas.openxmlformats.org/drawingml/2006/main">
              <a:ext uri="{FF2B5EF4-FFF2-40B4-BE49-F238E27FC236}">
                <a16:creationId xmlns:a16="http://schemas.microsoft.com/office/drawing/2014/main" id="{86B021D3-1BA5-4E10-B26F-A80BFD9C6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850" b="1">
                <a:solidFill>
                  <a:srgbClr val="1E1D1A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850" b="1">
                <a:solidFill>
                  <a:srgbClr val="1E1D1A"/>
                </a:solidFill>
                <a:latin typeface="Pretendard"/>
                <a:ea typeface="Pretendard"/>
                <a:cs typeface="Pretendard"/>
              </a:defRPr>
            </a:pPr>
            <a:r>
              <a:rPr sz="2850" b="1">
                <a:solidFill>
                  <a:srgbClr val="1E1D1A"/>
                </a:solidFill>
                <a:latin typeface="Pretendard"/>
                <a:ea typeface="Pretendard"/>
                <a:cs typeface="Pretendard"/>
              </a:rPr>
              <a:t>목표와 설계 의도</a:t>
            </a:r>
          </a:p>
        </p:txBody>
      </p:sp>
      <p:sp>
        <p:nvSpPr>
          <p:cNvPr id="3" name="intent-text-3">
            <a:extLst xmlns:a="http://schemas.openxmlformats.org/drawingml/2006/main">
              <a:ext uri="{FF2B5EF4-FFF2-40B4-BE49-F238E27FC236}">
                <a16:creationId xmlns:a16="http://schemas.microsoft.com/office/drawing/2014/main" id="{29759FAB-C8F1-446F-A5D3-80E173CFA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438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1050" b="0">
                <a:solidFill>
                  <a:srgbClr val="77716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r">
              <a:lnSpc>
                <a:spcPct val="140000"/>
              </a:lnSpc>
              <a:buNone/>
              <a:defRPr sz="1050" b="0">
                <a:solidFill>
                  <a:srgbClr val="777168"/>
                </a:solidFill>
                <a:latin typeface="Pretendard"/>
                <a:ea typeface="Pretendard"/>
                <a:cs typeface="Pretendard"/>
              </a:defRPr>
            </a:pPr>
            <a:r>
              <a:rPr sz="1050" b="0">
                <a:solidFill>
                  <a:srgbClr val="777168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4" name="intent-text-4">
            <a:extLst xmlns:a="http://schemas.openxmlformats.org/drawingml/2006/main">
              <a:ext uri="{FF2B5EF4-FFF2-40B4-BE49-F238E27FC236}">
                <a16:creationId xmlns:a16="http://schemas.microsoft.com/office/drawing/2014/main" id="{653BA3C7-1E3B-4D21-BAAB-33EA81846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38325"/>
            <a:ext cx="5848350" cy="1609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626"/>
          </a:bodyPr>
          <a:lstStyle xmlns:a="http://schemas.openxmlformats.org/drawingml/2006/main">
            <a:defPPr algn="l">
              <a:defRPr sz="2775" b="1">
                <a:solidFill>
                  <a:srgbClr val="1E1D1A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lnSpc>
                <a:spcPct val="140000"/>
              </a:lnSpc>
              <a:buNone/>
              <a:defRPr sz="2775" b="1">
                <a:solidFill>
                  <a:srgbClr val="1E1D1A"/>
                </a:solidFill>
                <a:latin typeface="Pretendard"/>
                <a:ea typeface="Pretendard"/>
                <a:cs typeface="Pretendard"/>
              </a:defRPr>
            </a:pPr>
            <a:r>
              <a:rPr sz="2775" b="1">
                <a:solidFill>
                  <a:srgbClr val="1E1D1A"/>
                </a:solidFill>
                <a:latin typeface="Pretendard"/>
                <a:ea typeface="Pretendard"/>
                <a:cs typeface="Pretendard"/>
              </a:rPr>
              <a:t>Zoom 창을 보지 않을 때도</a:t>
            </a:r>
          </a:p>
          <a:p xmlns:a="http://schemas.openxmlformats.org/drawingml/2006/main">
            <a:pPr algn="l">
              <a:lnSpc>
                <a:spcPct val="140000"/>
              </a:lnSpc>
              <a:buNone/>
              <a:defRPr sz="2775" b="1">
                <a:solidFill>
                  <a:srgbClr val="1E1D1A"/>
                </a:solidFill>
                <a:latin typeface="Pretendard"/>
                <a:ea typeface="Pretendard"/>
                <a:cs typeface="Pretendard"/>
              </a:defRPr>
            </a:pPr>
            <a:r>
              <a:rPr sz="2775" b="1">
                <a:solidFill>
                  <a:srgbClr val="1E1D1A"/>
                </a:solidFill>
                <a:latin typeface="Pretendard"/>
                <a:ea typeface="Pretendard"/>
                <a:cs typeface="Pretendard"/>
              </a:rPr>
              <a:t>마이크와 카메라 상태를</a:t>
            </a:r>
          </a:p>
          <a:p xmlns:a="http://schemas.openxmlformats.org/drawingml/2006/main">
            <a:pPr algn="l">
              <a:lnSpc>
                <a:spcPct val="140000"/>
              </a:lnSpc>
              <a:buNone/>
              <a:defRPr sz="2775" b="1">
                <a:solidFill>
                  <a:srgbClr val="1E1D1A"/>
                </a:solidFill>
                <a:latin typeface="Pretendard"/>
                <a:ea typeface="Pretendard"/>
                <a:cs typeface="Pretendard"/>
              </a:defRPr>
            </a:pPr>
            <a:r>
              <a:rPr sz="2775" b="1">
                <a:solidFill>
                  <a:srgbClr val="1E1D1A"/>
                </a:solidFill>
                <a:latin typeface="Pretendard"/>
                <a:ea typeface="Pretendard"/>
                <a:cs typeface="Pretendard"/>
              </a:rPr>
              <a:t>확인하고 싶었습니다.</a:t>
            </a:r>
          </a:p>
        </p:txBody>
      </p:sp>
      <p:sp>
        <p:nvSpPr>
          <p:cNvPr id="5" name="intent-text-5">
            <a:extLst xmlns:a="http://schemas.openxmlformats.org/drawingml/2006/main">
              <a:ext uri="{FF2B5EF4-FFF2-40B4-BE49-F238E27FC236}">
                <a16:creationId xmlns:a16="http://schemas.microsoft.com/office/drawing/2014/main" id="{DC784AC6-9108-4BDC-8C59-2C4C8E2BB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810000"/>
            <a:ext cx="5848350" cy="1057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5756"/>
          </a:bodyPr>
          <a:lstStyle xmlns:a="http://schemas.openxmlformats.org/drawingml/2006/main">
            <a:defPPr algn="l">
              <a:defRPr sz="1725" b="0">
                <a:solidFill>
                  <a:srgbClr val="77716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lnSpc>
                <a:spcPct val="140000"/>
              </a:lnSpc>
              <a:buNone/>
              <a:defRPr sz="1725" b="0">
                <a:solidFill>
                  <a:srgbClr val="777168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777168"/>
                </a:solidFill>
                <a:latin typeface="Pretendard"/>
                <a:ea typeface="Pretendard"/>
                <a:cs typeface="Pretendard"/>
              </a:rPr>
              <a:t>화면 한쪽에 작은 알림창을 띄웠습니다.</a:t>
            </a:r>
          </a:p>
          <a:p xmlns:a="http://schemas.openxmlformats.org/drawingml/2006/main">
            <a:pPr algn="l">
              <a:lnSpc>
                <a:spcPct val="140000"/>
              </a:lnSpc>
              <a:buNone/>
              <a:defRPr sz="1725" b="0">
                <a:solidFill>
                  <a:srgbClr val="777168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777168"/>
                </a:solidFill>
                <a:latin typeface="Pretendard"/>
                <a:ea typeface="Pretendard"/>
                <a:cs typeface="Pretendard"/>
              </a:rPr>
              <a:t>회의 중에는 계속 보이도록 했습니다.</a:t>
            </a:r>
          </a:p>
          <a:p xmlns:a="http://schemas.openxmlformats.org/drawingml/2006/main">
            <a:pPr algn="l">
              <a:lnSpc>
                <a:spcPct val="140000"/>
              </a:lnSpc>
              <a:buNone/>
              <a:defRPr sz="1725" b="0">
                <a:solidFill>
                  <a:srgbClr val="777168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777168"/>
                </a:solidFill>
                <a:latin typeface="Pretendard"/>
                <a:ea typeface="Pretendard"/>
                <a:cs typeface="Pretendard"/>
              </a:rPr>
              <a:t>켜짐과 꺼짐도 구분해서 표시했습니다.</a:t>
            </a:r>
          </a:p>
        </p:txBody>
      </p:sp>
      <p:sp>
        <p:nvSpPr>
          <p:cNvPr id="6" name="intent-text-6">
            <a:extLst xmlns:a="http://schemas.openxmlformats.org/drawingml/2006/main">
              <a:ext uri="{FF2B5EF4-FFF2-40B4-BE49-F238E27FC236}">
                <a16:creationId xmlns:a16="http://schemas.microsoft.com/office/drawing/2014/main" id="{5A70341F-F1C4-4716-8EA1-101BC23D7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82880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6154"/>
          </a:bodyPr>
          <a:lstStyle xmlns:a="http://schemas.openxmlformats.org/drawingml/2006/main">
            <a:defPPr algn="l">
              <a:defRPr sz="1500" b="1">
                <a:solidFill>
                  <a:srgbClr val="1E1D1A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1500" b="1">
                <a:solidFill>
                  <a:srgbClr val="1E1D1A"/>
                </a:solidFill>
                <a:latin typeface="Pretendard"/>
                <a:ea typeface="Pretendard"/>
                <a:cs typeface="Pretendard"/>
              </a:defRPr>
            </a:pPr>
            <a:r>
              <a:rPr sz="1500" b="1">
                <a:solidFill>
                  <a:srgbClr val="1E1D1A"/>
                </a:solidFill>
                <a:latin typeface="Pretendard"/>
                <a:ea typeface="Pretendard"/>
                <a:cs typeface="Pretendard"/>
              </a:rPr>
              <a:t>기본형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B2020F-CDD6-4DE6-A856-F411A116B18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5e1a41f71f841f2"/>
          <a:stretch xmlns:a="http://schemas.openxmlformats.org/drawingml/2006/main"/>
        </p:blipFill>
        <p:spPr>
          <a:xfrm xmlns:a="http://schemas.openxmlformats.org/drawingml/2006/main">
            <a:off x="8020050" y="2258131"/>
            <a:ext cx="2895600" cy="1179689"/>
          </a:xfrm>
          <a:prstGeom xmlns:a="http://schemas.openxmlformats.org/drawingml/2006/main" prst="rect">
            <a:avLst/>
          </a:prstGeom>
        </p:spPr>
      </p:pic>
      <p:sp>
        <p:nvSpPr>
          <p:cNvPr id="8" name="intent-text-7">
            <a:extLst xmlns:a="http://schemas.openxmlformats.org/drawingml/2006/main">
              <a:ext uri="{FF2B5EF4-FFF2-40B4-BE49-F238E27FC236}">
                <a16:creationId xmlns:a16="http://schemas.microsoft.com/office/drawing/2014/main" id="{A6C4E1BD-DD84-4E23-8E3E-484452805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714750"/>
            <a:ext cx="4381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77716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lnSpc>
                <a:spcPct val="140000"/>
              </a:lnSpc>
              <a:buNone/>
              <a:defRPr sz="1425" b="0">
                <a:solidFill>
                  <a:srgbClr val="777168"/>
                </a:solidFill>
                <a:latin typeface="Pretendard"/>
                <a:ea typeface="Pretendard"/>
                <a:cs typeface="Pretendard"/>
              </a:defRPr>
            </a:pPr>
            <a:r>
              <a:rPr sz="1425" b="0">
                <a:solidFill>
                  <a:srgbClr val="777168"/>
                </a:solidFill>
                <a:latin typeface="Pretendard"/>
                <a:ea typeface="Pretendard"/>
                <a:cs typeface="Pretendard"/>
              </a:rPr>
              <a:t>글자와 아이콘으로 상태를 표시합니다.</a:t>
            </a:r>
          </a:p>
        </p:txBody>
      </p:sp>
      <p:sp>
        <p:nvSpPr>
          <p:cNvPr id="9" name="intent-text-8">
            <a:extLst xmlns:a="http://schemas.openxmlformats.org/drawingml/2006/main">
              <a:ext uri="{FF2B5EF4-FFF2-40B4-BE49-F238E27FC236}">
                <a16:creationId xmlns:a16="http://schemas.microsoft.com/office/drawing/2014/main" id="{8324C26A-1C25-4012-8D98-2DB6E9986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3243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6154"/>
          </a:bodyPr>
          <a:lstStyle xmlns:a="http://schemas.openxmlformats.org/drawingml/2006/main">
            <a:defPPr algn="l">
              <a:defRPr sz="1500" b="1">
                <a:solidFill>
                  <a:srgbClr val="1E1D1A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1500" b="1">
                <a:solidFill>
                  <a:srgbClr val="1E1D1A"/>
                </a:solidFill>
                <a:latin typeface="Pretendard"/>
                <a:ea typeface="Pretendard"/>
                <a:cs typeface="Pretendard"/>
              </a:defRPr>
            </a:pPr>
            <a:r>
              <a:rPr sz="1500" b="1">
                <a:solidFill>
                  <a:srgbClr val="1E1D1A"/>
                </a:solidFill>
                <a:latin typeface="Pretendard"/>
                <a:ea typeface="Pretendard"/>
                <a:cs typeface="Pretendard"/>
              </a:rPr>
              <a:t>동물형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81B1FB-D21A-4038-BEB9-17CF0C99617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6c0be3f5c34d4e"/>
          <a:stretch xmlns:a="http://schemas.openxmlformats.org/drawingml/2006/main"/>
        </p:blipFill>
        <p:spPr>
          <a:xfrm xmlns:a="http://schemas.openxmlformats.org/drawingml/2006/main">
            <a:off x="8877300" y="4391025"/>
            <a:ext cx="2114550" cy="1409700"/>
          </a:xfrm>
          <a:prstGeom xmlns:a="http://schemas.openxmlformats.org/drawingml/2006/main" prst="rect">
            <a:avLst/>
          </a:prstGeom>
        </p:spPr>
      </p:pic>
      <p:sp>
        <p:nvSpPr>
          <p:cNvPr id="11" name="intent-text-9">
            <a:extLst xmlns:a="http://schemas.openxmlformats.org/drawingml/2006/main">
              <a:ext uri="{FF2B5EF4-FFF2-40B4-BE49-F238E27FC236}">
                <a16:creationId xmlns:a16="http://schemas.microsoft.com/office/drawing/2014/main" id="{67C06D15-A3F7-44A4-AA0A-675D766F8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5867400"/>
            <a:ext cx="4381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77716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lnSpc>
                <a:spcPct val="140000"/>
              </a:lnSpc>
              <a:buNone/>
              <a:defRPr sz="1425" b="0">
                <a:solidFill>
                  <a:srgbClr val="777168"/>
                </a:solidFill>
                <a:latin typeface="Pretendard"/>
                <a:ea typeface="Pretendard"/>
                <a:cs typeface="Pretendard"/>
              </a:defRPr>
            </a:pPr>
            <a:r>
              <a:rPr sz="1425" b="0">
                <a:solidFill>
                  <a:srgbClr val="777168"/>
                </a:solidFill>
                <a:latin typeface="Pretendard"/>
                <a:ea typeface="Pretendard"/>
                <a:cs typeface="Pretendard"/>
              </a:rPr>
              <a:t>표정과 움직임으로 상태를 표시합니다.</a:t>
            </a:r>
          </a:p>
        </p:txBody>
      </p:sp>
      <p:sp>
        <p:nvSpPr>
          <p:cNvPr id="12" name="intent-text-10">
            <a:extLst xmlns:a="http://schemas.openxmlformats.org/drawingml/2006/main">
              <a:ext uri="{FF2B5EF4-FFF2-40B4-BE49-F238E27FC236}">
                <a16:creationId xmlns:a16="http://schemas.microsoft.com/office/drawing/2014/main" id="{F8807B28-31AB-45FF-9577-771B7C445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638800"/>
            <a:ext cx="5848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E1D1A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1575" b="1">
                <a:solidFill>
                  <a:srgbClr val="1E1D1A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1E1D1A"/>
                </a:solidFill>
                <a:latin typeface="Pretendard"/>
                <a:ea typeface="Pretendard"/>
                <a:cs typeface="Pretendard"/>
              </a:rPr>
              <a:t>두 방식은 같은 상태 정보를 사용합니다.</a:t>
            </a:r>
          </a:p>
        </p:txBody>
      </p:sp>
    </p:spTree>
    <p:extLst>
      <p:ext uri="{BB962C8B-B14F-4D97-AF65-F5344CB8AC3E}">
        <p14:creationId xmlns:p14="http://schemas.microsoft.com/office/powerpoint/2010/main" val="42450250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process-text-1">
            <a:extLst xmlns:a="http://schemas.openxmlformats.org/drawingml/2006/main">
              <a:ext uri="{FF2B5EF4-FFF2-40B4-BE49-F238E27FC236}">
                <a16:creationId xmlns:a16="http://schemas.microsoft.com/office/drawing/2014/main" id="{5944572D-AE5B-439A-A641-8718DF5F8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809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77716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975" b="1">
                <a:solidFill>
                  <a:srgbClr val="777168"/>
                </a:solidFill>
                <a:latin typeface="Pretendard"/>
                <a:ea typeface="Pretendard"/>
                <a:cs typeface="Pretendard"/>
              </a:defRPr>
            </a:pPr>
            <a:r>
              <a:rPr sz="975" b="1">
                <a:solidFill>
                  <a:srgbClr val="777168"/>
                </a:solidFill>
                <a:latin typeface="Pretendard"/>
                <a:ea typeface="Pretendard"/>
                <a:cs typeface="Pretendard"/>
              </a:rPr>
              <a:t>PROCESS WITH AI</a:t>
            </a:r>
          </a:p>
        </p:txBody>
      </p:sp>
      <p:sp>
        <p:nvSpPr>
          <p:cNvPr id="2" name="process-text-2">
            <a:extLst xmlns:a="http://schemas.openxmlformats.org/drawingml/2006/main">
              <a:ext uri="{FF2B5EF4-FFF2-40B4-BE49-F238E27FC236}">
                <a16:creationId xmlns:a16="http://schemas.microsoft.com/office/drawing/2014/main" id="{E0E81F33-D8E4-48AA-A831-536A48CAF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850" b="1">
                <a:solidFill>
                  <a:srgbClr val="1E1D1A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850" b="1">
                <a:solidFill>
                  <a:srgbClr val="1E1D1A"/>
                </a:solidFill>
                <a:latin typeface="Pretendard"/>
                <a:ea typeface="Pretendard"/>
                <a:cs typeface="Pretendard"/>
              </a:defRPr>
            </a:pPr>
            <a:r>
              <a:rPr sz="2850" b="1">
                <a:solidFill>
                  <a:srgbClr val="1E1D1A"/>
                </a:solidFill>
                <a:latin typeface="Pretendard"/>
                <a:ea typeface="Pretendard"/>
                <a:cs typeface="Pretendard"/>
              </a:rPr>
              <a:t>Codex와 함께한 작업 과정</a:t>
            </a:r>
          </a:p>
        </p:txBody>
      </p:sp>
      <p:sp>
        <p:nvSpPr>
          <p:cNvPr id="3" name="process-text-3">
            <a:extLst xmlns:a="http://schemas.openxmlformats.org/drawingml/2006/main">
              <a:ext uri="{FF2B5EF4-FFF2-40B4-BE49-F238E27FC236}">
                <a16:creationId xmlns:a16="http://schemas.microsoft.com/office/drawing/2014/main" id="{C172417C-14E0-47DA-9069-358347B0C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438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1050" b="0">
                <a:solidFill>
                  <a:srgbClr val="77716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r">
              <a:lnSpc>
                <a:spcPct val="140000"/>
              </a:lnSpc>
              <a:buNone/>
              <a:defRPr sz="1050" b="0">
                <a:solidFill>
                  <a:srgbClr val="777168"/>
                </a:solidFill>
                <a:latin typeface="Pretendard"/>
                <a:ea typeface="Pretendard"/>
                <a:cs typeface="Pretendard"/>
              </a:defRPr>
            </a:pPr>
            <a:r>
              <a:rPr sz="1050" b="0">
                <a:solidFill>
                  <a:srgbClr val="777168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4" name="process-text-4">
            <a:extLst xmlns:a="http://schemas.openxmlformats.org/drawingml/2006/main">
              <a:ext uri="{FF2B5EF4-FFF2-40B4-BE49-F238E27FC236}">
                <a16:creationId xmlns:a16="http://schemas.microsoft.com/office/drawing/2014/main" id="{422E3242-5794-4DE6-A386-F9F27240E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28775"/>
            <a:ext cx="108775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88259"/>
          </a:bodyPr>
          <a:lstStyle xmlns:a="http://schemas.openxmlformats.org/drawingml/2006/main">
            <a:defPPr algn="l">
              <a:defRPr sz="2175" b="1">
                <a:solidFill>
                  <a:srgbClr val="1E1D1A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lnSpc>
                <a:spcPct val="140000"/>
              </a:lnSpc>
              <a:buNone/>
              <a:defRPr sz="2175" b="1">
                <a:solidFill>
                  <a:srgbClr val="1E1D1A"/>
                </a:solidFill>
                <a:latin typeface="Pretendard"/>
                <a:ea typeface="Pretendard"/>
                <a:cs typeface="Pretendard"/>
              </a:defRPr>
            </a:pPr>
            <a:r>
              <a:rPr sz="2175" b="1">
                <a:solidFill>
                  <a:srgbClr val="1E1D1A"/>
                </a:solidFill>
                <a:latin typeface="Pretendard"/>
                <a:ea typeface="Pretendard"/>
                <a:cs typeface="Pretendard"/>
              </a:rPr>
              <a:t>제가 불편을 설명하고 시안을 판단했습니다.</a:t>
            </a:r>
          </a:p>
          <a:p xmlns:a="http://schemas.openxmlformats.org/drawingml/2006/main">
            <a:pPr algn="l">
              <a:lnSpc>
                <a:spcPct val="140000"/>
              </a:lnSpc>
              <a:buNone/>
              <a:defRPr sz="2175" b="1">
                <a:solidFill>
                  <a:srgbClr val="1E1D1A"/>
                </a:solidFill>
                <a:latin typeface="Pretendard"/>
                <a:ea typeface="Pretendard"/>
                <a:cs typeface="Pretendard"/>
              </a:defRPr>
            </a:pPr>
            <a:r>
              <a:rPr sz="2175" b="1">
                <a:solidFill>
                  <a:srgbClr val="1E1D1A"/>
                </a:solidFill>
                <a:latin typeface="Pretendard"/>
                <a:ea typeface="Pretendard"/>
                <a:cs typeface="Pretendard"/>
              </a:rPr>
              <a:t>Codex로 시안과 코드를 만들고 앱에서 다시 확인했습니다.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B62DBF-F08E-4FD2-B7C8-D7C58FEA9E4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0ebda63c76474e"/>
          <a:stretch xmlns:a="http://schemas.openxmlformats.org/drawingml/2006/main"/>
        </p:blipFill>
        <p:spPr>
          <a:xfrm xmlns:a="http://schemas.openxmlformats.org/drawingml/2006/main">
            <a:off x="714375" y="2816931"/>
            <a:ext cx="3333750" cy="1605139"/>
          </a:xfrm>
          <a:prstGeom xmlns:a="http://schemas.openxmlformats.org/drawingml/2006/main" prst="rect">
            <a:avLst/>
          </a:prstGeom>
        </p:spPr>
      </p:pic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49DF04-94EF-4A63-81AA-980B86021AD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eaf1118af0494c"/>
          <a:stretch xmlns:a="http://schemas.openxmlformats.org/drawingml/2006/main"/>
        </p:blipFill>
        <p:spPr>
          <a:xfrm xmlns:a="http://schemas.openxmlformats.org/drawingml/2006/main">
            <a:off x="4638675" y="3354388"/>
            <a:ext cx="2590800" cy="635000"/>
          </a:xfrm>
          <a:prstGeom xmlns:a="http://schemas.openxmlformats.org/drawingml/2006/main" prst="rect">
            <a:avLst/>
          </a:prstGeom>
        </p:spPr>
      </p:pic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1A1CCD-BE33-45AF-9CA7-4299B8C0C88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25e2ab205347c3"/>
          <a:stretch xmlns:a="http://schemas.openxmlformats.org/drawingml/2006/main"/>
        </p:blipFill>
        <p:spPr>
          <a:xfrm xmlns:a="http://schemas.openxmlformats.org/drawingml/2006/main">
            <a:off x="8724900" y="2862263"/>
            <a:ext cx="2143125" cy="1428750"/>
          </a:xfrm>
          <a:prstGeom xmlns:a="http://schemas.openxmlformats.org/drawingml/2006/main" prst="rect">
            <a:avLst/>
          </a:prstGeom>
        </p:spPr>
      </p:pic>
      <p:sp>
        <p:nvSpPr>
          <p:cNvPr id="8" name="process-text-5">
            <a:extLst xmlns:a="http://schemas.openxmlformats.org/drawingml/2006/main">
              <a:ext uri="{FF2B5EF4-FFF2-40B4-BE49-F238E27FC236}">
                <a16:creationId xmlns:a16="http://schemas.microsoft.com/office/drawing/2014/main" id="{83A02257-E548-42E9-B446-E2853B953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52950"/>
            <a:ext cx="32099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7680"/>
          </a:bodyPr>
          <a:lstStyle xmlns:a="http://schemas.openxmlformats.org/drawingml/2006/main">
            <a:defPPr algn="l">
              <a:defRPr sz="1575" b="1">
                <a:solidFill>
                  <a:srgbClr val="1E1D1A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1575" b="1">
                <a:solidFill>
                  <a:srgbClr val="1E1D1A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1E1D1A"/>
                </a:solidFill>
                <a:latin typeface="Pretendard"/>
                <a:ea typeface="Pretendard"/>
                <a:cs typeface="Pretendard"/>
              </a:rPr>
              <a:t>브라우저 시안</a:t>
            </a:r>
          </a:p>
        </p:txBody>
      </p:sp>
      <p:sp>
        <p:nvSpPr>
          <p:cNvPr id="9" name="process-text-6">
            <a:extLst xmlns:a="http://schemas.openxmlformats.org/drawingml/2006/main">
              <a:ext uri="{FF2B5EF4-FFF2-40B4-BE49-F238E27FC236}">
                <a16:creationId xmlns:a16="http://schemas.microsoft.com/office/drawing/2014/main" id="{41F3B1EB-4562-4395-84F3-02A5C498B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6275" y="4552950"/>
            <a:ext cx="32099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7680"/>
          </a:bodyPr>
          <a:lstStyle xmlns:a="http://schemas.openxmlformats.org/drawingml/2006/main">
            <a:defPPr algn="l">
              <a:defRPr sz="1575" b="1">
                <a:solidFill>
                  <a:srgbClr val="1E1D1A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1575" b="1">
                <a:solidFill>
                  <a:srgbClr val="1E1D1A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1E1D1A"/>
                </a:solidFill>
                <a:latin typeface="Pretendard"/>
                <a:ea typeface="Pretendard"/>
                <a:cs typeface="Pretendard"/>
              </a:rPr>
              <a:t>macOS 플로팅 창</a:t>
            </a:r>
          </a:p>
        </p:txBody>
      </p:sp>
      <p:sp>
        <p:nvSpPr>
          <p:cNvPr id="10" name="process-text-7">
            <a:extLst xmlns:a="http://schemas.openxmlformats.org/drawingml/2006/main">
              <a:ext uri="{FF2B5EF4-FFF2-40B4-BE49-F238E27FC236}">
                <a16:creationId xmlns:a16="http://schemas.microsoft.com/office/drawing/2014/main" id="{4A35333F-D1E2-43FA-9958-8365B01F9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3425" y="4552950"/>
            <a:ext cx="32099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7680"/>
          </a:bodyPr>
          <a:lstStyle xmlns:a="http://schemas.openxmlformats.org/drawingml/2006/main">
            <a:defPPr algn="l">
              <a:defRPr sz="1575" b="1">
                <a:solidFill>
                  <a:srgbClr val="1E1D1A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1575" b="1">
                <a:solidFill>
                  <a:srgbClr val="1E1D1A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1E1D1A"/>
                </a:solidFill>
                <a:latin typeface="Pretendard"/>
                <a:ea typeface="Pretendard"/>
                <a:cs typeface="Pretendard"/>
              </a:rPr>
              <a:t>캐릭터와 실제 감지</a:t>
            </a:r>
          </a:p>
        </p:txBody>
      </p:sp>
      <p:sp>
        <p:nvSpPr>
          <p:cNvPr id="11" name="process-text-8">
            <a:extLst xmlns:a="http://schemas.openxmlformats.org/drawingml/2006/main">
              <a:ext uri="{FF2B5EF4-FFF2-40B4-BE49-F238E27FC236}">
                <a16:creationId xmlns:a16="http://schemas.microsoft.com/office/drawing/2014/main" id="{55F26AA3-B25D-4A40-89C4-232726729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981575"/>
            <a:ext cx="3209925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77716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lnSpc>
                <a:spcPct val="140000"/>
              </a:lnSpc>
              <a:buNone/>
              <a:defRPr sz="1500" b="0">
                <a:solidFill>
                  <a:srgbClr val="777168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777168"/>
                </a:solidFill>
                <a:latin typeface="Pretendard"/>
                <a:ea typeface="Pretendard"/>
                <a:cs typeface="Pretendard"/>
              </a:rPr>
              <a:t>앱 안에서만 보여서</a:t>
            </a:r>
          </a:p>
          <a:p xmlns:a="http://schemas.openxmlformats.org/drawingml/2006/main">
            <a:pPr algn="l">
              <a:lnSpc>
                <a:spcPct val="140000"/>
              </a:lnSpc>
              <a:buNone/>
              <a:defRPr sz="1500" b="0">
                <a:solidFill>
                  <a:srgbClr val="777168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777168"/>
                </a:solidFill>
                <a:latin typeface="Pretendard"/>
                <a:ea typeface="Pretendard"/>
                <a:cs typeface="Pretendard"/>
              </a:rPr>
              <a:t>회의 중에는 놓치기 쉬웠습니다.</a:t>
            </a:r>
          </a:p>
        </p:txBody>
      </p:sp>
      <p:sp>
        <p:nvSpPr>
          <p:cNvPr id="12" name="process-text-9">
            <a:extLst xmlns:a="http://schemas.openxmlformats.org/drawingml/2006/main">
              <a:ext uri="{FF2B5EF4-FFF2-40B4-BE49-F238E27FC236}">
                <a16:creationId xmlns:a16="http://schemas.microsoft.com/office/drawing/2014/main" id="{DF081E93-D99B-462A-87CF-52C8291EA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6275" y="4981575"/>
            <a:ext cx="3209925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77716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lnSpc>
                <a:spcPct val="140000"/>
              </a:lnSpc>
              <a:buNone/>
              <a:defRPr sz="1500" b="0">
                <a:solidFill>
                  <a:srgbClr val="777168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777168"/>
                </a:solidFill>
                <a:latin typeface="Pretendard"/>
                <a:ea typeface="Pretendard"/>
                <a:cs typeface="Pretendard"/>
              </a:rPr>
              <a:t>다른 창 위에서도 보이도록</a:t>
            </a:r>
          </a:p>
          <a:p xmlns:a="http://schemas.openxmlformats.org/drawingml/2006/main">
            <a:pPr algn="l">
              <a:lnSpc>
                <a:spcPct val="140000"/>
              </a:lnSpc>
              <a:buNone/>
              <a:defRPr sz="1500" b="0">
                <a:solidFill>
                  <a:srgbClr val="777168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777168"/>
                </a:solidFill>
                <a:latin typeface="Pretendard"/>
                <a:ea typeface="Pretendard"/>
                <a:cs typeface="Pretendard"/>
              </a:rPr>
              <a:t>작은 알림창을 띄웠습니다.</a:t>
            </a:r>
          </a:p>
        </p:txBody>
      </p:sp>
      <p:sp>
        <p:nvSpPr>
          <p:cNvPr id="13" name="process-text-10">
            <a:extLst xmlns:a="http://schemas.openxmlformats.org/drawingml/2006/main">
              <a:ext uri="{FF2B5EF4-FFF2-40B4-BE49-F238E27FC236}">
                <a16:creationId xmlns:a16="http://schemas.microsoft.com/office/drawing/2014/main" id="{37986C87-B7F9-4B97-9544-8A55A5010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3425" y="4981575"/>
            <a:ext cx="3209925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77716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lnSpc>
                <a:spcPct val="140000"/>
              </a:lnSpc>
              <a:buNone/>
              <a:defRPr sz="1500" b="0">
                <a:solidFill>
                  <a:srgbClr val="777168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777168"/>
                </a:solidFill>
                <a:latin typeface="Pretendard"/>
                <a:ea typeface="Pretendard"/>
                <a:cs typeface="Pretendard"/>
              </a:rPr>
              <a:t>시안을 고르고 Zoom에서</a:t>
            </a:r>
          </a:p>
          <a:p xmlns:a="http://schemas.openxmlformats.org/drawingml/2006/main">
            <a:pPr algn="l">
              <a:lnSpc>
                <a:spcPct val="140000"/>
              </a:lnSpc>
              <a:buNone/>
              <a:defRPr sz="1500" b="0">
                <a:solidFill>
                  <a:srgbClr val="777168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777168"/>
                </a:solidFill>
                <a:latin typeface="Pretendard"/>
                <a:ea typeface="Pretendard"/>
                <a:cs typeface="Pretendard"/>
              </a:rPr>
              <a:t>상태 변화와 오류를 확인했습니다.</a:t>
            </a:r>
          </a:p>
        </p:txBody>
      </p:sp>
      <p:sp>
        <p:nvSpPr>
          <p:cNvPr id="14" name="process-text-11">
            <a:extLst xmlns:a="http://schemas.openxmlformats.org/drawingml/2006/main">
              <a:ext uri="{FF2B5EF4-FFF2-40B4-BE49-F238E27FC236}">
                <a16:creationId xmlns:a16="http://schemas.microsoft.com/office/drawing/2014/main" id="{87ADE9D2-BF1C-45D2-86B4-2D843C444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0102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9206"/>
          </a:bodyPr>
          <a:lstStyle xmlns:a="http://schemas.openxmlformats.org/drawingml/2006/main">
            <a:defPPr algn="l">
              <a:defRPr sz="1350" b="0">
                <a:solidFill>
                  <a:srgbClr val="77716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lnSpc>
                <a:spcPct val="140000"/>
              </a:lnSpc>
              <a:buNone/>
              <a:defRPr sz="1350" b="0">
                <a:solidFill>
                  <a:srgbClr val="777168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777168"/>
                </a:solidFill>
                <a:latin typeface="Pretendard"/>
                <a:ea typeface="Pretendard"/>
                <a:cs typeface="Pretendard"/>
              </a:rPr>
              <a:t>크기, 재질, 체형, 부유 움직임과 꺼짐 아이콘을 여러 번 조정했습니다.</a:t>
            </a:r>
          </a:p>
        </p:txBody>
      </p:sp>
    </p:spTree>
    <p:extLst>
      <p:ext uri="{BB962C8B-B14F-4D97-AF65-F5344CB8AC3E}">
        <p14:creationId xmlns:p14="http://schemas.microsoft.com/office/powerpoint/2010/main" val="207521650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visuals-text-1">
            <a:extLst xmlns:a="http://schemas.openxmlformats.org/drawingml/2006/main">
              <a:ext uri="{FF2B5EF4-FFF2-40B4-BE49-F238E27FC236}">
                <a16:creationId xmlns:a16="http://schemas.microsoft.com/office/drawing/2014/main" id="{1619264F-B997-4C7C-84CE-51D3F4F9E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809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77716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975" b="1">
                <a:solidFill>
                  <a:srgbClr val="777168"/>
                </a:solidFill>
                <a:latin typeface="Pretendard"/>
                <a:ea typeface="Pretendard"/>
                <a:cs typeface="Pretendard"/>
              </a:defRPr>
            </a:pPr>
            <a:r>
              <a:rPr sz="975" b="1">
                <a:solidFill>
                  <a:srgbClr val="777168"/>
                </a:solidFill>
                <a:latin typeface="Pretendard"/>
                <a:ea typeface="Pretendard"/>
                <a:cs typeface="Pretendard"/>
              </a:rPr>
              <a:t>VISUAL EXPLORATION 01</a:t>
            </a:r>
          </a:p>
        </p:txBody>
      </p:sp>
      <p:sp>
        <p:nvSpPr>
          <p:cNvPr id="2" name="visuals-text-2">
            <a:extLst xmlns:a="http://schemas.openxmlformats.org/drawingml/2006/main">
              <a:ext uri="{FF2B5EF4-FFF2-40B4-BE49-F238E27FC236}">
                <a16:creationId xmlns:a16="http://schemas.microsoft.com/office/drawing/2014/main" id="{A57D5BE1-AEDB-41FE-B76E-8782A64D6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850" b="1">
                <a:solidFill>
                  <a:srgbClr val="1E1D1A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850" b="1">
                <a:solidFill>
                  <a:srgbClr val="1E1D1A"/>
                </a:solidFill>
                <a:latin typeface="Pretendard"/>
                <a:ea typeface="Pretendard"/>
                <a:cs typeface="Pretendard"/>
              </a:defRPr>
            </a:pPr>
            <a:r>
              <a:rPr sz="2850" b="1">
                <a:solidFill>
                  <a:srgbClr val="1E1D1A"/>
                </a:solidFill>
                <a:latin typeface="Pretendard"/>
                <a:ea typeface="Pretendard"/>
                <a:cs typeface="Pretendard"/>
              </a:rPr>
              <a:t>모양과 재질을 바꿔가며</a:t>
            </a:r>
          </a:p>
        </p:txBody>
      </p:sp>
      <p:sp>
        <p:nvSpPr>
          <p:cNvPr id="3" name="visuals-text-3">
            <a:extLst xmlns:a="http://schemas.openxmlformats.org/drawingml/2006/main">
              <a:ext uri="{FF2B5EF4-FFF2-40B4-BE49-F238E27FC236}">
                <a16:creationId xmlns:a16="http://schemas.microsoft.com/office/drawing/2014/main" id="{2D69B0A9-A3EF-4A52-8257-18828E96E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438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1050" b="0">
                <a:solidFill>
                  <a:srgbClr val="77716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r">
              <a:lnSpc>
                <a:spcPct val="140000"/>
              </a:lnSpc>
              <a:buNone/>
              <a:defRPr sz="1050" b="0">
                <a:solidFill>
                  <a:srgbClr val="777168"/>
                </a:solidFill>
                <a:latin typeface="Pretendard"/>
                <a:ea typeface="Pretendard"/>
                <a:cs typeface="Pretendard"/>
              </a:defRPr>
            </a:pPr>
            <a:r>
              <a:rPr sz="1050" b="0">
                <a:solidFill>
                  <a:srgbClr val="777168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4" name="visuals-text-4">
            <a:extLst xmlns:a="http://schemas.openxmlformats.org/drawingml/2006/main">
              <a:ext uri="{FF2B5EF4-FFF2-40B4-BE49-F238E27FC236}">
                <a16:creationId xmlns:a16="http://schemas.microsoft.com/office/drawing/2014/main" id="{7CD255C6-0B97-4455-86A2-00AF8352A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76375"/>
            <a:ext cx="1085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6372"/>
          </a:bodyPr>
          <a:lstStyle xmlns:a="http://schemas.openxmlformats.org/drawingml/2006/main">
            <a:defPPr algn="l">
              <a:defRPr sz="1575" b="0">
                <a:solidFill>
                  <a:srgbClr val="77716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lnSpc>
                <a:spcPct val="140000"/>
              </a:lnSpc>
              <a:buNone/>
              <a:defRPr sz="1575" b="0">
                <a:solidFill>
                  <a:srgbClr val="777168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777168"/>
                </a:solidFill>
                <a:latin typeface="Pretendard"/>
                <a:ea typeface="Pretendard"/>
                <a:cs typeface="Pretendard"/>
              </a:rPr>
              <a:t>픽셀, 투명한 재질, 선으로 그린 동물, 아이콘 중심 알림창을 함께 살펴봤습니다.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FD0F1F-15FF-42FD-8FE0-47F89C0A5E3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4172a56b86480a"/>
          <a:stretch xmlns:a="http://schemas.openxmlformats.org/drawingml/2006/main"/>
        </p:blipFill>
        <p:spPr>
          <a:xfrm xmlns:a="http://schemas.openxmlformats.org/drawingml/2006/main">
            <a:off x="628650" y="2133600"/>
            <a:ext cx="2428875" cy="2428875"/>
          </a:xfrm>
          <a:prstGeom xmlns:a="http://schemas.openxmlformats.org/drawingml/2006/main" prst="rect">
            <a:avLst/>
          </a:prstGeom>
        </p:spPr>
      </p:pic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A635E7-7F2C-4D8A-9176-FCAC38FB580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7e4bfe9a614a98"/>
          <a:stretch xmlns:a="http://schemas.openxmlformats.org/drawingml/2006/main"/>
        </p:blipFill>
        <p:spPr>
          <a:xfrm xmlns:a="http://schemas.openxmlformats.org/drawingml/2006/main">
            <a:off x="3885940" y="1895475"/>
            <a:ext cx="1467371" cy="2981325"/>
          </a:xfrm>
          <a:prstGeom xmlns:a="http://schemas.openxmlformats.org/drawingml/2006/main" prst="rect">
            <a:avLst/>
          </a:prstGeom>
        </p:spPr>
      </p:pic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69CF88-1A19-48C9-8DE4-1A1389B2A10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a78085bc454f68"/>
          <a:stretch xmlns:a="http://schemas.openxmlformats.org/drawingml/2006/main"/>
        </p:blipFill>
        <p:spPr>
          <a:xfrm xmlns:a="http://schemas.openxmlformats.org/drawingml/2006/main">
            <a:off x="6665119" y="1895475"/>
            <a:ext cx="1490663" cy="2981325"/>
          </a:xfrm>
          <a:prstGeom xmlns:a="http://schemas.openxmlformats.org/drawingml/2006/main" prst="rect">
            <a:avLst/>
          </a:prstGeom>
        </p:spPr>
      </p:pic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7287056-B386-4ADC-A287-9A29E92B007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67c79d13564da9"/>
          <a:stretch xmlns:a="http://schemas.openxmlformats.org/drawingml/2006/main"/>
        </p:blipFill>
        <p:spPr>
          <a:xfrm xmlns:a="http://schemas.openxmlformats.org/drawingml/2006/main">
            <a:off x="9001125" y="2232679"/>
            <a:ext cx="2533650" cy="620993"/>
          </a:xfrm>
          <a:prstGeom xmlns:a="http://schemas.openxmlformats.org/drawingml/2006/main" prst="rect">
            <a:avLst/>
          </a:prstGeom>
        </p:spPr>
      </p:pic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56EC098-600E-4991-9698-A0C70CF7A86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1424c394e34e94"/>
          <a:stretch xmlns:a="http://schemas.openxmlformats.org/drawingml/2006/main"/>
        </p:blipFill>
        <p:spPr>
          <a:xfrm xmlns:a="http://schemas.openxmlformats.org/drawingml/2006/main">
            <a:off x="9629775" y="3209925"/>
            <a:ext cx="1276350" cy="1276350"/>
          </a:xfrm>
          <a:prstGeom xmlns:a="http://schemas.openxmlformats.org/drawingml/2006/main" prst="rect">
            <a:avLst/>
          </a:prstGeom>
        </p:spPr>
      </p:pic>
      <p:sp>
        <p:nvSpPr>
          <p:cNvPr id="10" name="visuals-text-5">
            <a:extLst xmlns:a="http://schemas.openxmlformats.org/drawingml/2006/main">
              <a:ext uri="{FF2B5EF4-FFF2-40B4-BE49-F238E27FC236}">
                <a16:creationId xmlns:a16="http://schemas.microsoft.com/office/drawing/2014/main" id="{E42FC6D2-552C-4F0B-A769-72F8892B0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057775"/>
            <a:ext cx="24288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3240"/>
          </a:bodyPr>
          <a:lstStyle xmlns:a="http://schemas.openxmlformats.org/drawingml/2006/main">
            <a:defPPr algn="l">
              <a:defRPr sz="1650" b="1">
                <a:solidFill>
                  <a:srgbClr val="1E1D1A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1650" b="1">
                <a:solidFill>
                  <a:srgbClr val="1E1D1A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1E1D1A"/>
                </a:solidFill>
                <a:latin typeface="Pretendard"/>
                <a:ea typeface="Pretendard"/>
                <a:cs typeface="Pretendard"/>
              </a:rPr>
              <a:t>픽셀</a:t>
            </a:r>
          </a:p>
        </p:txBody>
      </p:sp>
      <p:sp>
        <p:nvSpPr>
          <p:cNvPr id="11" name="visuals-text-6">
            <a:extLst xmlns:a="http://schemas.openxmlformats.org/drawingml/2006/main">
              <a:ext uri="{FF2B5EF4-FFF2-40B4-BE49-F238E27FC236}">
                <a16:creationId xmlns:a16="http://schemas.microsoft.com/office/drawing/2014/main" id="{4D48C980-3EA1-4111-BDA1-6D1DF3E8E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5057775"/>
            <a:ext cx="24288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3240"/>
          </a:bodyPr>
          <a:lstStyle xmlns:a="http://schemas.openxmlformats.org/drawingml/2006/main">
            <a:defPPr algn="l">
              <a:defRPr sz="1650" b="1">
                <a:solidFill>
                  <a:srgbClr val="1E1D1A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1650" b="1">
                <a:solidFill>
                  <a:srgbClr val="1E1D1A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1E1D1A"/>
                </a:solidFill>
                <a:latin typeface="Pretendard"/>
                <a:ea typeface="Pretendard"/>
                <a:cs typeface="Pretendard"/>
              </a:rPr>
              <a:t>물방울</a:t>
            </a:r>
          </a:p>
        </p:txBody>
      </p:sp>
      <p:sp>
        <p:nvSpPr>
          <p:cNvPr id="12" name="visuals-text-7">
            <a:extLst xmlns:a="http://schemas.openxmlformats.org/drawingml/2006/main">
              <a:ext uri="{FF2B5EF4-FFF2-40B4-BE49-F238E27FC236}">
                <a16:creationId xmlns:a16="http://schemas.microsoft.com/office/drawing/2014/main" id="{4F7CD1F5-29C1-4580-B050-606522564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5057775"/>
            <a:ext cx="24288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3240"/>
          </a:bodyPr>
          <a:lstStyle xmlns:a="http://schemas.openxmlformats.org/drawingml/2006/main">
            <a:defPPr algn="l">
              <a:defRPr sz="1650" b="1">
                <a:solidFill>
                  <a:srgbClr val="1E1D1A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1650" b="1">
                <a:solidFill>
                  <a:srgbClr val="1E1D1A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1E1D1A"/>
                </a:solidFill>
                <a:latin typeface="Pretendard"/>
                <a:ea typeface="Pretendard"/>
                <a:cs typeface="Pretendard"/>
              </a:rPr>
              <a:t>심플한 강아지</a:t>
            </a:r>
          </a:p>
        </p:txBody>
      </p:sp>
      <p:sp>
        <p:nvSpPr>
          <p:cNvPr id="13" name="visuals-text-8">
            <a:extLst xmlns:a="http://schemas.openxmlformats.org/drawingml/2006/main">
              <a:ext uri="{FF2B5EF4-FFF2-40B4-BE49-F238E27FC236}">
                <a16:creationId xmlns:a16="http://schemas.microsoft.com/office/drawing/2014/main" id="{26B1C1C9-AAC6-45AA-A782-4BFB8AE70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5057775"/>
            <a:ext cx="25336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3240"/>
          </a:bodyPr>
          <a:lstStyle xmlns:a="http://schemas.openxmlformats.org/drawingml/2006/main">
            <a:defPPr algn="l">
              <a:defRPr sz="1650" b="1">
                <a:solidFill>
                  <a:srgbClr val="1E1D1A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1650" b="1">
                <a:solidFill>
                  <a:srgbClr val="1E1D1A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1E1D1A"/>
                </a:solidFill>
                <a:latin typeface="Pretendard"/>
                <a:ea typeface="Pretendard"/>
                <a:cs typeface="Pretendard"/>
              </a:rPr>
              <a:t>아이콘 중심</a:t>
            </a:r>
          </a:p>
        </p:txBody>
      </p:sp>
      <p:sp>
        <p:nvSpPr>
          <p:cNvPr id="14" name="visuals-text-9">
            <a:extLst xmlns:a="http://schemas.openxmlformats.org/drawingml/2006/main">
              <a:ext uri="{FF2B5EF4-FFF2-40B4-BE49-F238E27FC236}">
                <a16:creationId xmlns:a16="http://schemas.microsoft.com/office/drawing/2014/main" id="{52AB1626-E23D-4203-931A-3FEE57DF5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534025"/>
            <a:ext cx="242887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77716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lnSpc>
                <a:spcPct val="140000"/>
              </a:lnSpc>
              <a:buNone/>
              <a:defRPr sz="1425" b="0">
                <a:solidFill>
                  <a:srgbClr val="777168"/>
                </a:solidFill>
                <a:latin typeface="Pretendard"/>
                <a:ea typeface="Pretendard"/>
                <a:cs typeface="Pretendard"/>
              </a:defRPr>
            </a:pPr>
            <a:r>
              <a:rPr sz="1425" b="0">
                <a:solidFill>
                  <a:srgbClr val="777168"/>
                </a:solidFill>
                <a:latin typeface="Pretendard"/>
                <a:ea typeface="Pretendard"/>
                <a:cs typeface="Pretendard"/>
              </a:rPr>
              <a:t>작게 줄였을 때도</a:t>
            </a:r>
          </a:p>
          <a:p xmlns:a="http://schemas.openxmlformats.org/drawingml/2006/main">
            <a:pPr algn="l">
              <a:lnSpc>
                <a:spcPct val="140000"/>
              </a:lnSpc>
              <a:buNone/>
              <a:defRPr sz="1425" b="0">
                <a:solidFill>
                  <a:srgbClr val="777168"/>
                </a:solidFill>
                <a:latin typeface="Pretendard"/>
                <a:ea typeface="Pretendard"/>
                <a:cs typeface="Pretendard"/>
              </a:defRPr>
            </a:pPr>
            <a:r>
              <a:rPr sz="1425" b="0">
                <a:solidFill>
                  <a:srgbClr val="777168"/>
                </a:solidFill>
                <a:latin typeface="Pretendard"/>
                <a:ea typeface="Pretendard"/>
                <a:cs typeface="Pretendard"/>
              </a:rPr>
              <a:t>윤곽이 남는지 살펴봤습니다.</a:t>
            </a:r>
          </a:p>
        </p:txBody>
      </p:sp>
      <p:sp>
        <p:nvSpPr>
          <p:cNvPr id="15" name="visuals-text-10">
            <a:extLst xmlns:a="http://schemas.openxmlformats.org/drawingml/2006/main">
              <a:ext uri="{FF2B5EF4-FFF2-40B4-BE49-F238E27FC236}">
                <a16:creationId xmlns:a16="http://schemas.microsoft.com/office/drawing/2014/main" id="{36C9E85B-3F74-4542-BCBE-99A6D4217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5534025"/>
            <a:ext cx="242887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77716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lnSpc>
                <a:spcPct val="140000"/>
              </a:lnSpc>
              <a:buNone/>
              <a:defRPr sz="1425" b="0">
                <a:solidFill>
                  <a:srgbClr val="777168"/>
                </a:solidFill>
                <a:latin typeface="Pretendard"/>
                <a:ea typeface="Pretendard"/>
                <a:cs typeface="Pretendard"/>
              </a:defRPr>
            </a:pPr>
            <a:r>
              <a:rPr sz="1425" b="0">
                <a:solidFill>
                  <a:srgbClr val="777168"/>
                </a:solidFill>
                <a:latin typeface="Pretendard"/>
                <a:ea typeface="Pretendard"/>
                <a:cs typeface="Pretendard"/>
              </a:rPr>
              <a:t>투명한 재질 안에</a:t>
            </a:r>
          </a:p>
          <a:p xmlns:a="http://schemas.openxmlformats.org/drawingml/2006/main">
            <a:pPr algn="l">
              <a:lnSpc>
                <a:spcPct val="140000"/>
              </a:lnSpc>
              <a:buNone/>
              <a:defRPr sz="1425" b="0">
                <a:solidFill>
                  <a:srgbClr val="777168"/>
                </a:solidFill>
                <a:latin typeface="Pretendard"/>
                <a:ea typeface="Pretendard"/>
                <a:cs typeface="Pretendard"/>
              </a:defRPr>
            </a:pPr>
            <a:r>
              <a:rPr sz="1425" b="0">
                <a:solidFill>
                  <a:srgbClr val="777168"/>
                </a:solidFill>
                <a:latin typeface="Pretendard"/>
                <a:ea typeface="Pretendard"/>
                <a:cs typeface="Pretendard"/>
              </a:rPr>
              <a:t>상태 신호를 넣어봤습니다.</a:t>
            </a:r>
          </a:p>
        </p:txBody>
      </p:sp>
      <p:sp>
        <p:nvSpPr>
          <p:cNvPr id="16" name="visuals-text-11">
            <a:extLst xmlns:a="http://schemas.openxmlformats.org/drawingml/2006/main">
              <a:ext uri="{FF2B5EF4-FFF2-40B4-BE49-F238E27FC236}">
                <a16:creationId xmlns:a16="http://schemas.microsoft.com/office/drawing/2014/main" id="{18D99056-AAAF-4CB7-AD54-68ADD0C5E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5534025"/>
            <a:ext cx="242887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77716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lnSpc>
                <a:spcPct val="140000"/>
              </a:lnSpc>
              <a:buNone/>
              <a:defRPr sz="1425" b="0">
                <a:solidFill>
                  <a:srgbClr val="777168"/>
                </a:solidFill>
                <a:latin typeface="Pretendard"/>
                <a:ea typeface="Pretendard"/>
                <a:cs typeface="Pretendard"/>
              </a:defRPr>
            </a:pPr>
            <a:r>
              <a:rPr sz="1425" b="0">
                <a:solidFill>
                  <a:srgbClr val="777168"/>
                </a:solidFill>
                <a:latin typeface="Pretendard"/>
                <a:ea typeface="Pretendard"/>
                <a:cs typeface="Pretendard"/>
              </a:rPr>
              <a:t>선과 자세로</a:t>
            </a:r>
          </a:p>
          <a:p xmlns:a="http://schemas.openxmlformats.org/drawingml/2006/main">
            <a:pPr algn="l">
              <a:lnSpc>
                <a:spcPct val="140000"/>
              </a:lnSpc>
              <a:buNone/>
              <a:defRPr sz="1425" b="0">
                <a:solidFill>
                  <a:srgbClr val="777168"/>
                </a:solidFill>
                <a:latin typeface="Pretendard"/>
                <a:ea typeface="Pretendard"/>
                <a:cs typeface="Pretendard"/>
              </a:defRPr>
            </a:pPr>
            <a:r>
              <a:rPr sz="1425" b="0">
                <a:solidFill>
                  <a:srgbClr val="777168"/>
                </a:solidFill>
                <a:latin typeface="Pretendard"/>
                <a:ea typeface="Pretendard"/>
                <a:cs typeface="Pretendard"/>
              </a:rPr>
              <a:t>켜짐을 표현해봤습니다.</a:t>
            </a:r>
          </a:p>
        </p:txBody>
      </p:sp>
      <p:sp>
        <p:nvSpPr>
          <p:cNvPr id="17" name="visuals-text-12">
            <a:extLst xmlns:a="http://schemas.openxmlformats.org/drawingml/2006/main">
              <a:ext uri="{FF2B5EF4-FFF2-40B4-BE49-F238E27FC236}">
                <a16:creationId xmlns:a16="http://schemas.microsoft.com/office/drawing/2014/main" id="{2844BEA3-6C06-4DD7-8A24-61C634BEA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5534025"/>
            <a:ext cx="25336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77716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lnSpc>
                <a:spcPct val="140000"/>
              </a:lnSpc>
              <a:buNone/>
              <a:defRPr sz="1425" b="0">
                <a:solidFill>
                  <a:srgbClr val="777168"/>
                </a:solidFill>
                <a:latin typeface="Pretendard"/>
                <a:ea typeface="Pretendard"/>
                <a:cs typeface="Pretendard"/>
              </a:defRPr>
            </a:pPr>
            <a:r>
              <a:rPr sz="1425" b="0">
                <a:solidFill>
                  <a:srgbClr val="777168"/>
                </a:solidFill>
                <a:latin typeface="Pretendard"/>
                <a:ea typeface="Pretendard"/>
                <a:cs typeface="Pretendard"/>
              </a:rPr>
              <a:t>캐릭터 없이도</a:t>
            </a:r>
          </a:p>
          <a:p xmlns:a="http://schemas.openxmlformats.org/drawingml/2006/main">
            <a:pPr algn="l">
              <a:lnSpc>
                <a:spcPct val="140000"/>
              </a:lnSpc>
              <a:buNone/>
              <a:defRPr sz="1425" b="0">
                <a:solidFill>
                  <a:srgbClr val="777168"/>
                </a:solidFill>
                <a:latin typeface="Pretendard"/>
                <a:ea typeface="Pretendard"/>
                <a:cs typeface="Pretendard"/>
              </a:defRPr>
            </a:pPr>
            <a:r>
              <a:rPr sz="1425" b="0">
                <a:solidFill>
                  <a:srgbClr val="777168"/>
                </a:solidFill>
                <a:latin typeface="Pretendard"/>
                <a:ea typeface="Pretendard"/>
                <a:cs typeface="Pretendard"/>
              </a:rPr>
              <a:t>상태가 읽히게 만들었습니다.</a:t>
            </a:r>
          </a:p>
        </p:txBody>
      </p:sp>
    </p:spTree>
    <p:extLst>
      <p:ext uri="{BB962C8B-B14F-4D97-AF65-F5344CB8AC3E}">
        <p14:creationId xmlns:p14="http://schemas.microsoft.com/office/powerpoint/2010/main" val="208662662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animals-text-1">
            <a:extLst xmlns:a="http://schemas.openxmlformats.org/drawingml/2006/main">
              <a:ext uri="{FF2B5EF4-FFF2-40B4-BE49-F238E27FC236}">
                <a16:creationId xmlns:a16="http://schemas.microsoft.com/office/drawing/2014/main" id="{9152766E-8F03-430C-BC73-CBBDA58B5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809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77716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975" b="1">
                <a:solidFill>
                  <a:srgbClr val="777168"/>
                </a:solidFill>
                <a:latin typeface="Pretendard"/>
                <a:ea typeface="Pretendard"/>
                <a:cs typeface="Pretendard"/>
              </a:defRPr>
            </a:pPr>
            <a:r>
              <a:rPr sz="975" b="1">
                <a:solidFill>
                  <a:srgbClr val="777168"/>
                </a:solidFill>
                <a:latin typeface="Pretendard"/>
                <a:ea typeface="Pretendard"/>
                <a:cs typeface="Pretendard"/>
              </a:rPr>
              <a:t>VISUAL EXPLORATION 02</a:t>
            </a:r>
          </a:p>
        </p:txBody>
      </p:sp>
      <p:sp>
        <p:nvSpPr>
          <p:cNvPr id="2" name="animals-text-2">
            <a:extLst xmlns:a="http://schemas.openxmlformats.org/drawingml/2006/main">
              <a:ext uri="{FF2B5EF4-FFF2-40B4-BE49-F238E27FC236}">
                <a16:creationId xmlns:a16="http://schemas.microsoft.com/office/drawing/2014/main" id="{23DCDD13-DE6F-46D8-ADA4-B2AEC03D1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850" b="1">
                <a:solidFill>
                  <a:srgbClr val="1E1D1A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850" b="1">
                <a:solidFill>
                  <a:srgbClr val="1E1D1A"/>
                </a:solidFill>
                <a:latin typeface="Pretendard"/>
                <a:ea typeface="Pretendard"/>
                <a:cs typeface="Pretendard"/>
              </a:defRPr>
            </a:pPr>
            <a:r>
              <a:rPr sz="2850" b="1">
                <a:solidFill>
                  <a:srgbClr val="1E1D1A"/>
                </a:solidFill>
                <a:latin typeface="Pretendard"/>
                <a:ea typeface="Pretendard"/>
                <a:cs typeface="Pretendard"/>
              </a:rPr>
              <a:t>동물의 체형과 표정을 바꿔가며</a:t>
            </a:r>
          </a:p>
        </p:txBody>
      </p:sp>
      <p:sp>
        <p:nvSpPr>
          <p:cNvPr id="3" name="animals-text-3">
            <a:extLst xmlns:a="http://schemas.openxmlformats.org/drawingml/2006/main">
              <a:ext uri="{FF2B5EF4-FFF2-40B4-BE49-F238E27FC236}">
                <a16:creationId xmlns:a16="http://schemas.microsoft.com/office/drawing/2014/main" id="{F641E0B1-1860-4F7F-AE7C-159C30707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438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1050" b="0">
                <a:solidFill>
                  <a:srgbClr val="77716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r">
              <a:lnSpc>
                <a:spcPct val="140000"/>
              </a:lnSpc>
              <a:buNone/>
              <a:defRPr sz="1050" b="0">
                <a:solidFill>
                  <a:srgbClr val="777168"/>
                </a:solidFill>
                <a:latin typeface="Pretendard"/>
                <a:ea typeface="Pretendard"/>
                <a:cs typeface="Pretendard"/>
              </a:defRPr>
            </a:pPr>
            <a:r>
              <a:rPr sz="1050" b="0">
                <a:solidFill>
                  <a:srgbClr val="777168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  <p:sp>
        <p:nvSpPr>
          <p:cNvPr id="4" name="animals-text-4">
            <a:extLst xmlns:a="http://schemas.openxmlformats.org/drawingml/2006/main">
              <a:ext uri="{FF2B5EF4-FFF2-40B4-BE49-F238E27FC236}">
                <a16:creationId xmlns:a16="http://schemas.microsoft.com/office/drawing/2014/main" id="{A45E5628-9C74-43A1-BE97-AEAA4193E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76375"/>
            <a:ext cx="1085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75" b="0">
                <a:solidFill>
                  <a:srgbClr val="77716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lnSpc>
                <a:spcPct val="140000"/>
              </a:lnSpc>
              <a:buNone/>
              <a:defRPr sz="1575" b="0">
                <a:solidFill>
                  <a:srgbClr val="777168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777168"/>
                </a:solidFill>
                <a:latin typeface="Pretendard"/>
                <a:ea typeface="Pretendard"/>
                <a:cs typeface="Pretendard"/>
              </a:rPr>
              <a:t>납작한 일러스트부터 부드러운 입체 형태까지, 같은 체형으로 맞추지 않고 다양하게 만들었습니다.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D4C89E-43A7-497F-99AC-CC116C0355E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bc5e99a1864000"/>
          <a:stretch xmlns:a="http://schemas.openxmlformats.org/drawingml/2006/main"/>
        </p:blipFill>
        <p:spPr>
          <a:xfrm xmlns:a="http://schemas.openxmlformats.org/drawingml/2006/main">
            <a:off x="1138238" y="2095500"/>
            <a:ext cx="5372100" cy="4029075"/>
          </a:xfrm>
          <a:prstGeom xmlns:a="http://schemas.openxmlformats.org/drawingml/2006/main" prst="rect">
            <a:avLst/>
          </a:prstGeom>
        </p:spPr>
      </p:pic>
      <p:sp>
        <p:nvSpPr>
          <p:cNvPr id="6" name="animals-text-5">
            <a:extLst xmlns:a="http://schemas.openxmlformats.org/drawingml/2006/main">
              <a:ext uri="{FF2B5EF4-FFF2-40B4-BE49-F238E27FC236}">
                <a16:creationId xmlns:a16="http://schemas.microsoft.com/office/drawing/2014/main" id="{0030D50B-6D80-46D0-BEF7-4AF99FC17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095500"/>
            <a:ext cx="40005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9359"/>
          </a:bodyPr>
          <a:lstStyle xmlns:a="http://schemas.openxmlformats.org/drawingml/2006/main">
            <a:defPPr algn="l">
              <a:defRPr sz="1500" b="1">
                <a:solidFill>
                  <a:srgbClr val="1E1D1A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1500" b="1">
                <a:solidFill>
                  <a:srgbClr val="1E1D1A"/>
                </a:solidFill>
                <a:latin typeface="Pretendard"/>
                <a:ea typeface="Pretendard"/>
                <a:cs typeface="Pretendard"/>
              </a:defRPr>
            </a:pPr>
            <a:r>
              <a:rPr sz="1500" b="1">
                <a:solidFill>
                  <a:srgbClr val="1E1D1A"/>
                </a:solidFill>
                <a:latin typeface="Pretendard"/>
                <a:ea typeface="Pretendard"/>
                <a:cs typeface="Pretendard"/>
              </a:rPr>
              <a:t>앱에 들어간 동물형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195A46-CE4B-4346-9B93-F90722B2B02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c7044265074122"/>
          <a:stretch xmlns:a="http://schemas.openxmlformats.org/drawingml/2006/main"/>
        </p:blipFill>
        <p:spPr>
          <a:xfrm xmlns:a="http://schemas.openxmlformats.org/drawingml/2006/main">
            <a:off x="7622381" y="2686050"/>
            <a:ext cx="1728788" cy="1152525"/>
          </a:xfrm>
          <a:prstGeom xmlns:a="http://schemas.openxmlformats.org/drawingml/2006/main" prst="rect">
            <a:avLst/>
          </a:prstGeom>
        </p:spPr>
      </p:pic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B3018C4-3489-40C6-864B-6BF1FF2F469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fb4ee19b0c483f"/>
          <a:stretch xmlns:a="http://schemas.openxmlformats.org/drawingml/2006/main"/>
        </p:blipFill>
        <p:spPr>
          <a:xfrm xmlns:a="http://schemas.openxmlformats.org/drawingml/2006/main">
            <a:off x="9765506" y="2686050"/>
            <a:ext cx="1728788" cy="1152525"/>
          </a:xfrm>
          <a:prstGeom xmlns:a="http://schemas.openxmlformats.org/drawingml/2006/main" prst="rect">
            <a:avLst/>
          </a:prstGeom>
        </p:spPr>
      </p:pic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96DDD9D-CD75-420B-B1EA-53DCF4B658E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a1818ee1584554"/>
          <a:stretch xmlns:a="http://schemas.openxmlformats.org/drawingml/2006/main"/>
        </p:blipFill>
        <p:spPr>
          <a:xfrm xmlns:a="http://schemas.openxmlformats.org/drawingml/2006/main">
            <a:off x="7622381" y="4191000"/>
            <a:ext cx="1728788" cy="1152525"/>
          </a:xfrm>
          <a:prstGeom xmlns:a="http://schemas.openxmlformats.org/drawingml/2006/main" prst="rect">
            <a:avLst/>
          </a:prstGeom>
        </p:spPr>
      </p:pic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700D4F-5AEA-4BFB-801F-4A14785CB50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195fff2afcf44fc"/>
          <a:stretch xmlns:a="http://schemas.openxmlformats.org/drawingml/2006/main"/>
        </p:blipFill>
        <p:spPr>
          <a:xfrm xmlns:a="http://schemas.openxmlformats.org/drawingml/2006/main">
            <a:off x="9765506" y="4191000"/>
            <a:ext cx="1728788" cy="1152525"/>
          </a:xfrm>
          <a:prstGeom xmlns:a="http://schemas.openxmlformats.org/drawingml/2006/main" prst="rect">
            <a:avLst/>
          </a:prstGeom>
        </p:spPr>
      </p:pic>
      <p:sp>
        <p:nvSpPr>
          <p:cNvPr id="11" name="animals-text-6">
            <a:extLst xmlns:a="http://schemas.openxmlformats.org/drawingml/2006/main">
              <a:ext uri="{FF2B5EF4-FFF2-40B4-BE49-F238E27FC236}">
                <a16:creationId xmlns:a16="http://schemas.microsoft.com/office/drawing/2014/main" id="{674D24E5-F319-4C63-BF8F-9CE26A42C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3924300"/>
            <a:ext cx="18288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275" b="0">
                <a:solidFill>
                  <a:srgbClr val="77716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ctr">
              <a:lnSpc>
                <a:spcPct val="140000"/>
              </a:lnSpc>
              <a:buNone/>
              <a:defRPr sz="1275" b="0">
                <a:solidFill>
                  <a:srgbClr val="777168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777168"/>
                </a:solidFill>
                <a:latin typeface="Pretendard"/>
                <a:ea typeface="Pretendard"/>
                <a:cs typeface="Pretendard"/>
              </a:rPr>
              <a:t>카피바라</a:t>
            </a:r>
          </a:p>
        </p:txBody>
      </p:sp>
      <p:sp>
        <p:nvSpPr>
          <p:cNvPr id="12" name="animals-text-7">
            <a:extLst xmlns:a="http://schemas.openxmlformats.org/drawingml/2006/main">
              <a:ext uri="{FF2B5EF4-FFF2-40B4-BE49-F238E27FC236}">
                <a16:creationId xmlns:a16="http://schemas.microsoft.com/office/drawing/2014/main" id="{117D7247-4FF9-4BB5-978E-76CB8568D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924300"/>
            <a:ext cx="18288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275" b="0">
                <a:solidFill>
                  <a:srgbClr val="77716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ctr">
              <a:lnSpc>
                <a:spcPct val="140000"/>
              </a:lnSpc>
              <a:buNone/>
              <a:defRPr sz="1275" b="0">
                <a:solidFill>
                  <a:srgbClr val="777168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777168"/>
                </a:solidFill>
                <a:latin typeface="Pretendard"/>
                <a:ea typeface="Pretendard"/>
                <a:cs typeface="Pretendard"/>
              </a:rPr>
              <a:t>햄스터</a:t>
            </a:r>
          </a:p>
        </p:txBody>
      </p:sp>
      <p:sp>
        <p:nvSpPr>
          <p:cNvPr id="13" name="animals-text-8">
            <a:extLst xmlns:a="http://schemas.openxmlformats.org/drawingml/2006/main">
              <a:ext uri="{FF2B5EF4-FFF2-40B4-BE49-F238E27FC236}">
                <a16:creationId xmlns:a16="http://schemas.microsoft.com/office/drawing/2014/main" id="{1F33D106-6B18-4C2F-B6BF-B8F68A3CE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5429250"/>
            <a:ext cx="18288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275" b="0">
                <a:solidFill>
                  <a:srgbClr val="77716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ctr">
              <a:lnSpc>
                <a:spcPct val="140000"/>
              </a:lnSpc>
              <a:buNone/>
              <a:defRPr sz="1275" b="0">
                <a:solidFill>
                  <a:srgbClr val="777168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777168"/>
                </a:solidFill>
                <a:latin typeface="Pretendard"/>
                <a:ea typeface="Pretendard"/>
                <a:cs typeface="Pretendard"/>
              </a:rPr>
              <a:t>강아지</a:t>
            </a:r>
          </a:p>
        </p:txBody>
      </p:sp>
      <p:sp>
        <p:nvSpPr>
          <p:cNvPr id="14" name="animals-text-9">
            <a:extLst xmlns:a="http://schemas.openxmlformats.org/drawingml/2006/main">
              <a:ext uri="{FF2B5EF4-FFF2-40B4-BE49-F238E27FC236}">
                <a16:creationId xmlns:a16="http://schemas.microsoft.com/office/drawing/2014/main" id="{E9E99147-9A16-4B36-8B1A-2A0913822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5429250"/>
            <a:ext cx="18288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275" b="0">
                <a:solidFill>
                  <a:srgbClr val="77716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ctr">
              <a:lnSpc>
                <a:spcPct val="140000"/>
              </a:lnSpc>
              <a:buNone/>
              <a:defRPr sz="1275" b="0">
                <a:solidFill>
                  <a:srgbClr val="777168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777168"/>
                </a:solidFill>
                <a:latin typeface="Pretendard"/>
                <a:ea typeface="Pretendard"/>
                <a:cs typeface="Pretendard"/>
              </a:rPr>
              <a:t>공룡</a:t>
            </a:r>
          </a:p>
        </p:txBody>
      </p:sp>
      <p:sp>
        <p:nvSpPr>
          <p:cNvPr id="15" name="animals-text-10">
            <a:extLst xmlns:a="http://schemas.openxmlformats.org/drawingml/2006/main">
              <a:ext uri="{FF2B5EF4-FFF2-40B4-BE49-F238E27FC236}">
                <a16:creationId xmlns:a16="http://schemas.microsoft.com/office/drawing/2014/main" id="{4352B45D-E9B3-45F2-96E2-58C550E79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5800725"/>
            <a:ext cx="4000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52"/>
          </a:bodyPr>
          <a:lstStyle xmlns:a="http://schemas.openxmlformats.org/drawingml/2006/main">
            <a:defPPr algn="l">
              <a:defRPr sz="1425" b="0">
                <a:solidFill>
                  <a:srgbClr val="77716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lnSpc>
                <a:spcPct val="140000"/>
              </a:lnSpc>
              <a:buNone/>
              <a:defRPr sz="1425" b="0">
                <a:solidFill>
                  <a:srgbClr val="777168"/>
                </a:solidFill>
                <a:latin typeface="Pretendard"/>
                <a:ea typeface="Pretendard"/>
                <a:cs typeface="Pretendard"/>
              </a:defRPr>
            </a:pPr>
            <a:r>
              <a:rPr sz="1425" b="0">
                <a:solidFill>
                  <a:srgbClr val="777168"/>
                </a:solidFill>
                <a:latin typeface="Pretendard"/>
                <a:ea typeface="Pretendard"/>
                <a:cs typeface="Pretendard"/>
              </a:rPr>
              <a:t>잠든 표정과 깨어 있는 표정도</a:t>
            </a:r>
          </a:p>
          <a:p xmlns:a="http://schemas.openxmlformats.org/drawingml/2006/main">
            <a:pPr algn="l">
              <a:lnSpc>
                <a:spcPct val="140000"/>
              </a:lnSpc>
              <a:buNone/>
              <a:defRPr sz="1425" b="0">
                <a:solidFill>
                  <a:srgbClr val="777168"/>
                </a:solidFill>
                <a:latin typeface="Pretendard"/>
                <a:ea typeface="Pretendard"/>
                <a:cs typeface="Pretendard"/>
              </a:defRPr>
            </a:pPr>
            <a:r>
              <a:rPr sz="1425" b="0">
                <a:solidFill>
                  <a:srgbClr val="777168"/>
                </a:solidFill>
                <a:latin typeface="Pretendard"/>
                <a:ea typeface="Pretendard"/>
                <a:cs typeface="Pretendard"/>
              </a:rPr>
              <a:t>구분했습니다.</a:t>
            </a:r>
          </a:p>
        </p:txBody>
      </p:sp>
    </p:spTree>
    <p:extLst>
      <p:ext uri="{BB962C8B-B14F-4D97-AF65-F5344CB8AC3E}">
        <p14:creationId xmlns:p14="http://schemas.microsoft.com/office/powerpoint/2010/main" val="194035171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1E1D1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2E3638A-4728-4818-9E2A-0B2201AD375C}"/>
              </a:ext>
            </a:extLst>
          </p:cNvPr>
          <p:cNvCxnSpPr>
            <a:stCxn xmlns:a="http://schemas.openxmlformats.org/drawingml/2006/main" id="16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7505700" y="4772025"/>
            <a:ext cx="1085850" cy="0"/>
          </a:xfrm>
          <a:prstGeom xmlns:a="http://schemas.openxmlformats.org/drawingml/2006/main" prst="straightConnector1">
            <a:avLst/>
          </a:prstGeom>
          <a:ln xmlns:a="http://schemas.openxmlformats.org/drawingml/2006/main" w="13335">
            <a:solidFill>
              <a:srgbClr val="AAA398"/>
            </a:solidFill>
            <a:tailEnd type="triangle" w="sm" len="sm"/>
          </a:ln>
        </p:spPr>
      </p:cxnSp>
      <p:cxnSp>
        <p:nvCxn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F119B15-838F-4C3D-9C44-8D0ED0C8B04E}"/>
              </a:ext>
            </a:extLst>
          </p:cNvPr>
          <p:cNvCxnSpPr>
            <a:stCxn xmlns:a="http://schemas.openxmlformats.org/drawingml/2006/main" id="14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3524250" y="4772025"/>
            <a:ext cx="1085850" cy="0"/>
          </a:xfrm>
          <a:prstGeom xmlns:a="http://schemas.openxmlformats.org/drawingml/2006/main" prst="straightConnector1">
            <a:avLst/>
          </a:prstGeom>
          <a:ln xmlns:a="http://schemas.openxmlformats.org/drawingml/2006/main" w="13335">
            <a:solidFill>
              <a:srgbClr val="AAA398"/>
            </a:solidFill>
            <a:tailEnd type="triangle" w="sm" len="sm"/>
          </a:ln>
        </p:spPr>
      </p:cxnSp>
      <p:cxnSp>
        <p:nvCxn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6BDD796-DF0D-4618-B05F-31E37DD9FEFD}"/>
              </a:ext>
            </a:extLst>
          </p:cNvPr>
          <p:cNvCxnSpPr>
            <a:stCxn xmlns:a="http://schemas.openxmlformats.org/drawingml/2006/main" id="11" idx="2"/>
            <a:endCxn xmlns:a="http://schemas.openxmlformats.org/drawingml/2006/main" id="14" idx="0"/>
          </p:cNvCxnSpPr>
          <p:nvPr/>
        </p:nvCxnSpPr>
        <p:spPr>
          <a:xfrm xmlns:a="http://schemas.openxmlformats.org/drawingml/2006/main" flipH="1">
            <a:off x="2076450" y="3143250"/>
            <a:ext cx="8296275" cy="11049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3335">
            <a:solidFill>
              <a:srgbClr val="AAA398"/>
            </a:solidFill>
            <a:tailEnd type="triangle" w="sm" len="sm"/>
          </a:ln>
        </p:spPr>
      </p:cxnSp>
      <p:cxnSp>
        <p:nvCxn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52228B1-AA8A-4B23-8D3C-95CB92C60344}"/>
              </a:ext>
            </a:extLst>
          </p:cNvPr>
          <p:cNvCxnSpPr>
            <a:stCxn xmlns:a="http://schemas.openxmlformats.org/drawingml/2006/main" id="9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8610600" y="2619375"/>
            <a:ext cx="647700" cy="0"/>
          </a:xfrm>
          <a:prstGeom xmlns:a="http://schemas.openxmlformats.org/drawingml/2006/main" prst="straightConnector1">
            <a:avLst/>
          </a:prstGeom>
          <a:ln xmlns:a="http://schemas.openxmlformats.org/drawingml/2006/main" w="13335">
            <a:solidFill>
              <a:srgbClr val="AAA398"/>
            </a:solidFill>
            <a:tailEnd type="triangle" w="sm" len="sm"/>
          </a:ln>
        </p:spPr>
      </p:cxnSp>
      <p:cxnSp>
        <p:nvCxn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82F0864-5AB7-4E64-8C96-06CEBCDBF056}"/>
              </a:ext>
            </a:extLst>
          </p:cNvPr>
          <p:cNvCxnSpPr>
            <a:stCxn xmlns:a="http://schemas.openxmlformats.org/drawingml/2006/main" id="7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5734050" y="2619375"/>
            <a:ext cx="647700" cy="0"/>
          </a:xfrm>
          <a:prstGeom xmlns:a="http://schemas.openxmlformats.org/drawingml/2006/main" prst="straightConnector1">
            <a:avLst/>
          </a:prstGeom>
          <a:ln xmlns:a="http://schemas.openxmlformats.org/drawingml/2006/main" w="13335">
            <a:solidFill>
              <a:srgbClr val="AAA398"/>
            </a:solidFill>
            <a:tailEnd type="triangle" w="sm" len="sm"/>
          </a:ln>
        </p:spPr>
      </p:cxnSp>
      <p:cxnSp>
        <p:nvCxn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39E8095-8046-41F0-8E6E-ED6F2480B57C}"/>
              </a:ext>
            </a:extLst>
          </p:cNvPr>
          <p:cNvCxnSpPr>
            <a:stCxn xmlns:a="http://schemas.openxmlformats.org/drawingml/2006/main" id="5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2857500" y="2619375"/>
            <a:ext cx="647700" cy="0"/>
          </a:xfrm>
          <a:prstGeom xmlns:a="http://schemas.openxmlformats.org/drawingml/2006/main" prst="straightConnector1">
            <a:avLst/>
          </a:prstGeom>
          <a:ln xmlns:a="http://schemas.openxmlformats.org/drawingml/2006/main" w="13335">
            <a:solidFill>
              <a:srgbClr val="AAA398"/>
            </a:solidFill>
            <a:tailEnd type="triangle" w="sm" len="sm"/>
          </a:ln>
        </p:spPr>
      </p:cxnSp>
      <p:sp>
        <p:nvSpPr>
          <p:cNvPr id="28" name="flow-text-1">
            <a:extLst xmlns:a="http://schemas.openxmlformats.org/drawingml/2006/main">
              <a:ext uri="{FF2B5EF4-FFF2-40B4-BE49-F238E27FC236}">
                <a16:creationId xmlns:a16="http://schemas.microsoft.com/office/drawing/2014/main" id="{5C23308A-553B-40C6-91F2-1B40B381C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809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AAA39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975" b="1">
                <a:solidFill>
                  <a:srgbClr val="AAA398"/>
                </a:solidFill>
                <a:latin typeface="Pretendard"/>
                <a:ea typeface="Pretendard"/>
                <a:cs typeface="Pretendard"/>
              </a:defRPr>
            </a:pPr>
            <a:r>
              <a:rPr sz="975" b="1">
                <a:solidFill>
                  <a:srgbClr val="AAA398"/>
                </a:solidFill>
                <a:latin typeface="Pretendard"/>
                <a:ea typeface="Pretendard"/>
                <a:cs typeface="Pretendard"/>
              </a:rPr>
              <a:t>USER FLOW</a:t>
            </a:r>
          </a:p>
        </p:txBody>
      </p:sp>
      <p:sp>
        <p:nvSpPr>
          <p:cNvPr id="2" name="flow-text-2">
            <a:extLst xmlns:a="http://schemas.openxmlformats.org/drawingml/2006/main">
              <a:ext uri="{FF2B5EF4-FFF2-40B4-BE49-F238E27FC236}">
                <a16:creationId xmlns:a16="http://schemas.microsoft.com/office/drawing/2014/main" id="{3400F4B2-39F5-401E-9950-70C85C385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850" b="1">
                <a:solidFill>
                  <a:srgbClr val="F6F1E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850" b="1">
                <a:solidFill>
                  <a:srgbClr val="F6F1E8"/>
                </a:solidFill>
                <a:latin typeface="Pretendard"/>
                <a:ea typeface="Pretendard"/>
                <a:cs typeface="Pretendard"/>
              </a:defRPr>
            </a:pPr>
            <a:r>
              <a:rPr sz="2850" b="1">
                <a:solidFill>
                  <a:srgbClr val="F6F1E8"/>
                </a:solidFill>
                <a:latin typeface="Pretendard"/>
                <a:ea typeface="Pretendard"/>
                <a:cs typeface="Pretendard"/>
              </a:rPr>
              <a:t>사용자 흐름</a:t>
            </a:r>
          </a:p>
        </p:txBody>
      </p:sp>
      <p:sp>
        <p:nvSpPr>
          <p:cNvPr id="3" name="flow-text-3">
            <a:extLst xmlns:a="http://schemas.openxmlformats.org/drawingml/2006/main">
              <a:ext uri="{FF2B5EF4-FFF2-40B4-BE49-F238E27FC236}">
                <a16:creationId xmlns:a16="http://schemas.microsoft.com/office/drawing/2014/main" id="{5ED15A8F-EF23-4233-B19C-12020ACFD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438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1050" b="0">
                <a:solidFill>
                  <a:srgbClr val="AAA39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r">
              <a:lnSpc>
                <a:spcPct val="140000"/>
              </a:lnSpc>
              <a:buNone/>
              <a:defRPr sz="1050" b="0">
                <a:solidFill>
                  <a:srgbClr val="AAA398"/>
                </a:solidFill>
                <a:latin typeface="Pretendard"/>
                <a:ea typeface="Pretendard"/>
                <a:cs typeface="Pretendard"/>
              </a:defRPr>
            </a:pPr>
            <a:r>
              <a:rPr sz="1050" b="0">
                <a:solidFill>
                  <a:srgbClr val="AAA398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  <p:sp>
        <p:nvSpPr>
          <p:cNvPr id="4" name="flow-text-4">
            <a:extLst xmlns:a="http://schemas.openxmlformats.org/drawingml/2006/main">
              <a:ext uri="{FF2B5EF4-FFF2-40B4-BE49-F238E27FC236}">
                <a16:creationId xmlns:a16="http://schemas.microsoft.com/office/drawing/2014/main" id="{DC218740-8A6B-4B7E-A3FB-5116B8E88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28775"/>
            <a:ext cx="571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9715"/>
          </a:bodyPr>
          <a:lstStyle xmlns:a="http://schemas.openxmlformats.org/drawingml/2006/main">
            <a:defPPr algn="l">
              <a:defRPr sz="1350" b="1">
                <a:solidFill>
                  <a:srgbClr val="AAA39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1350" b="1">
                <a:solidFill>
                  <a:srgbClr val="AAA398"/>
                </a:solidFill>
                <a:latin typeface="Pretendard"/>
                <a:ea typeface="Pretendard"/>
                <a:cs typeface="Pretendard"/>
              </a:defRPr>
            </a:pPr>
            <a:r>
              <a:rPr sz="1350" b="1">
                <a:solidFill>
                  <a:srgbClr val="AAA398"/>
                </a:solidFill>
                <a:latin typeface="Pretendard"/>
                <a:ea typeface="Pretendard"/>
                <a:cs typeface="Pretendard"/>
              </a:rPr>
              <a:t>처음 실행할 때</a:t>
            </a:r>
          </a:p>
        </p:txBody>
      </p:sp>
      <p:sp>
        <p:nvSpPr>
          <p:cNvPr id="5" name="flow-download">
            <a:extLst xmlns:a="http://schemas.openxmlformats.org/drawingml/2006/main">
              <a:ext uri="{FF2B5EF4-FFF2-40B4-BE49-F238E27FC236}">
                <a16:creationId xmlns:a16="http://schemas.microsoft.com/office/drawing/2014/main" id="{9C857FFE-0578-49B7-8949-3F2329097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095500"/>
            <a:ext cx="2228850" cy="1047750"/>
          </a:xfrm>
          <a:prstGeom xmlns:a="http://schemas.openxmlformats.org/drawingml/2006/main" prst="roundRect">
            <a:avLst>
              <a:gd name="adj" fmla="val 10909"/>
            </a:avLst>
          </a:prstGeom>
          <a:noFill xmlns:a="http://schemas.openxmlformats.org/drawingml/2006/main"/>
          <a:ln xmlns:a="http://schemas.openxmlformats.org/drawingml/2006/main" w="12383">
            <a:solidFill>
              <a:srgbClr val="807B72"/>
            </a:solidFill>
          </a:ln>
        </p:spPr>
      </p:sp>
      <p:sp>
        <p:nvSpPr>
          <p:cNvPr id="6" name="flow-text-5">
            <a:extLst xmlns:a="http://schemas.openxmlformats.org/drawingml/2006/main">
              <a:ext uri="{FF2B5EF4-FFF2-40B4-BE49-F238E27FC236}">
                <a16:creationId xmlns:a16="http://schemas.microsoft.com/office/drawing/2014/main" id="{E4D27BD6-828F-41D6-98DD-38B83F893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305050"/>
            <a:ext cx="22288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575" b="1">
                <a:solidFill>
                  <a:srgbClr val="F6F1E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ctr">
              <a:lnSpc>
                <a:spcPct val="140000"/>
              </a:lnSpc>
              <a:buNone/>
              <a:defRPr sz="1575" b="1">
                <a:solidFill>
                  <a:srgbClr val="F6F1E8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F6F1E8"/>
                </a:solidFill>
                <a:latin typeface="Pretendard"/>
                <a:ea typeface="Pretendard"/>
                <a:cs typeface="Pretendard"/>
              </a:rPr>
              <a:t>01  다운로드</a:t>
            </a:r>
          </a:p>
          <a:p xmlns:a="http://schemas.openxmlformats.org/drawingml/2006/main">
            <a:pPr algn="ctr">
              <a:lnSpc>
                <a:spcPct val="140000"/>
              </a:lnSpc>
              <a:buNone/>
              <a:defRPr sz="1575" b="1">
                <a:solidFill>
                  <a:srgbClr val="F6F1E8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F6F1E8"/>
                </a:solidFill>
                <a:latin typeface="Pretendard"/>
                <a:ea typeface="Pretendard"/>
                <a:cs typeface="Pretendard"/>
              </a:rPr>
              <a:t>ZIP 압축 해제</a:t>
            </a:r>
          </a:p>
        </p:txBody>
      </p:sp>
      <p:sp>
        <p:nvSpPr>
          <p:cNvPr id="7" name="flow-launch">
            <a:extLst xmlns:a="http://schemas.openxmlformats.org/drawingml/2006/main">
              <a:ext uri="{FF2B5EF4-FFF2-40B4-BE49-F238E27FC236}">
                <a16:creationId xmlns:a16="http://schemas.microsoft.com/office/drawing/2014/main" id="{A2E00EDB-D42A-476C-9DF7-566F737B6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095500"/>
            <a:ext cx="2228850" cy="1047750"/>
          </a:xfrm>
          <a:prstGeom xmlns:a="http://schemas.openxmlformats.org/drawingml/2006/main" prst="roundRect">
            <a:avLst>
              <a:gd name="adj" fmla="val 10909"/>
            </a:avLst>
          </a:prstGeom>
          <a:noFill xmlns:a="http://schemas.openxmlformats.org/drawingml/2006/main"/>
          <a:ln xmlns:a="http://schemas.openxmlformats.org/drawingml/2006/main" w="12383">
            <a:solidFill>
              <a:srgbClr val="807B72"/>
            </a:solidFill>
          </a:ln>
        </p:spPr>
      </p:sp>
      <p:sp>
        <p:nvSpPr>
          <p:cNvPr id="8" name="flow-text-6">
            <a:extLst xmlns:a="http://schemas.openxmlformats.org/drawingml/2006/main">
              <a:ext uri="{FF2B5EF4-FFF2-40B4-BE49-F238E27FC236}">
                <a16:creationId xmlns:a16="http://schemas.microsoft.com/office/drawing/2014/main" id="{C2639780-9F77-442F-A53B-FCA1FA606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305050"/>
            <a:ext cx="22288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575" b="1">
                <a:solidFill>
                  <a:srgbClr val="F6F1E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ctr">
              <a:lnSpc>
                <a:spcPct val="140000"/>
              </a:lnSpc>
              <a:buNone/>
              <a:defRPr sz="1575" b="1">
                <a:solidFill>
                  <a:srgbClr val="F6F1E8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F6F1E8"/>
                </a:solidFill>
                <a:latin typeface="Pretendard"/>
                <a:ea typeface="Pretendard"/>
                <a:cs typeface="Pretendard"/>
              </a:rPr>
              <a:t>02  설치와 실행</a:t>
            </a:r>
          </a:p>
          <a:p xmlns:a="http://schemas.openxmlformats.org/drawingml/2006/main">
            <a:pPr algn="ctr">
              <a:lnSpc>
                <a:spcPct val="140000"/>
              </a:lnSpc>
              <a:buNone/>
              <a:defRPr sz="1575" b="1">
                <a:solidFill>
                  <a:srgbClr val="F6F1E8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F6F1E8"/>
                </a:solidFill>
                <a:latin typeface="Pretendard"/>
                <a:ea typeface="Pretendard"/>
                <a:cs typeface="Pretendard"/>
              </a:rPr>
              <a:t>응용 프로그램에 이동</a:t>
            </a:r>
          </a:p>
        </p:txBody>
      </p:sp>
      <p:sp>
        <p:nvSpPr>
          <p:cNvPr id="9" name="flow-permission">
            <a:extLst xmlns:a="http://schemas.openxmlformats.org/drawingml/2006/main">
              <a:ext uri="{FF2B5EF4-FFF2-40B4-BE49-F238E27FC236}">
                <a16:creationId xmlns:a16="http://schemas.microsoft.com/office/drawing/2014/main" id="{3ECA362E-B19D-4D92-B8DD-7C26FAD46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095500"/>
            <a:ext cx="2228850" cy="1047750"/>
          </a:xfrm>
          <a:prstGeom xmlns:a="http://schemas.openxmlformats.org/drawingml/2006/main" prst="roundRect">
            <a:avLst>
              <a:gd name="adj" fmla="val 10909"/>
            </a:avLst>
          </a:prstGeom>
          <a:noFill xmlns:a="http://schemas.openxmlformats.org/drawingml/2006/main"/>
          <a:ln xmlns:a="http://schemas.openxmlformats.org/drawingml/2006/main" w="12383">
            <a:solidFill>
              <a:srgbClr val="807B72"/>
            </a:solidFill>
          </a:ln>
        </p:spPr>
      </p:sp>
      <p:sp>
        <p:nvSpPr>
          <p:cNvPr id="10" name="flow-text-7">
            <a:extLst xmlns:a="http://schemas.openxmlformats.org/drawingml/2006/main">
              <a:ext uri="{FF2B5EF4-FFF2-40B4-BE49-F238E27FC236}">
                <a16:creationId xmlns:a16="http://schemas.microsoft.com/office/drawing/2014/main" id="{5719A82F-E829-49E3-8A72-165C33CDB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305050"/>
            <a:ext cx="22288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575" b="1">
                <a:solidFill>
                  <a:srgbClr val="F6F1E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ctr">
              <a:lnSpc>
                <a:spcPct val="140000"/>
              </a:lnSpc>
              <a:buNone/>
              <a:defRPr sz="1575" b="1">
                <a:solidFill>
                  <a:srgbClr val="F6F1E8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F6F1E8"/>
                </a:solidFill>
                <a:latin typeface="Pretendard"/>
                <a:ea typeface="Pretendard"/>
                <a:cs typeface="Pretendard"/>
              </a:rPr>
              <a:t>03  접근성 허용</a:t>
            </a:r>
          </a:p>
          <a:p xmlns:a="http://schemas.openxmlformats.org/drawingml/2006/main">
            <a:pPr algn="ctr">
              <a:lnSpc>
                <a:spcPct val="140000"/>
              </a:lnSpc>
              <a:buNone/>
              <a:defRPr sz="1575" b="1">
                <a:solidFill>
                  <a:srgbClr val="F6F1E8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F6F1E8"/>
                </a:solidFill>
                <a:latin typeface="Pretendard"/>
                <a:ea typeface="Pretendard"/>
                <a:cs typeface="Pretendard"/>
              </a:rPr>
              <a:t>Zoom 상태 읽기</a:t>
            </a:r>
          </a:p>
        </p:txBody>
      </p:sp>
      <p:sp>
        <p:nvSpPr>
          <p:cNvPr id="11" name="flow-consent">
            <a:extLst xmlns:a="http://schemas.openxmlformats.org/drawingml/2006/main">
              <a:ext uri="{FF2B5EF4-FFF2-40B4-BE49-F238E27FC236}">
                <a16:creationId xmlns:a16="http://schemas.microsoft.com/office/drawing/2014/main" id="{3C316D94-46ED-4B1D-B410-4E5404DD4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2095500"/>
            <a:ext cx="2228850" cy="1047750"/>
          </a:xfrm>
          <a:prstGeom xmlns:a="http://schemas.openxmlformats.org/drawingml/2006/main" prst="roundRect">
            <a:avLst>
              <a:gd name="adj" fmla="val 10909"/>
            </a:avLst>
          </a:prstGeom>
          <a:noFill xmlns:a="http://schemas.openxmlformats.org/drawingml/2006/main"/>
          <a:ln xmlns:a="http://schemas.openxmlformats.org/drawingml/2006/main" w="12383">
            <a:solidFill>
              <a:srgbClr val="807B72"/>
            </a:solidFill>
          </a:ln>
        </p:spPr>
      </p:sp>
      <p:sp>
        <p:nvSpPr>
          <p:cNvPr id="12" name="flow-text-8">
            <a:extLst xmlns:a="http://schemas.openxmlformats.org/drawingml/2006/main">
              <a:ext uri="{FF2B5EF4-FFF2-40B4-BE49-F238E27FC236}">
                <a16:creationId xmlns:a16="http://schemas.microsoft.com/office/drawing/2014/main" id="{43B3F17F-B9DB-4A3A-BAB2-1864D7D39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2305050"/>
            <a:ext cx="22288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575" b="1">
                <a:solidFill>
                  <a:srgbClr val="F6F1E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ctr">
              <a:lnSpc>
                <a:spcPct val="140000"/>
              </a:lnSpc>
              <a:buNone/>
              <a:defRPr sz="1575" b="1">
                <a:solidFill>
                  <a:srgbClr val="F6F1E8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F6F1E8"/>
                </a:solidFill>
                <a:latin typeface="Pretendard"/>
                <a:ea typeface="Pretendard"/>
                <a:cs typeface="Pretendard"/>
              </a:rPr>
              <a:t>04  통계 동의</a:t>
            </a:r>
          </a:p>
          <a:p xmlns:a="http://schemas.openxmlformats.org/drawingml/2006/main">
            <a:pPr algn="ctr">
              <a:lnSpc>
                <a:spcPct val="140000"/>
              </a:lnSpc>
              <a:buNone/>
              <a:defRPr sz="1575" b="1">
                <a:solidFill>
                  <a:srgbClr val="F6F1E8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F6F1E8"/>
                </a:solidFill>
                <a:latin typeface="Pretendard"/>
                <a:ea typeface="Pretendard"/>
                <a:cs typeface="Pretendard"/>
              </a:rPr>
              <a:t>전송 여부 선택</a:t>
            </a:r>
          </a:p>
        </p:txBody>
      </p:sp>
      <p:sp>
        <p:nvSpPr>
          <p:cNvPr id="13" name="flow-text-9">
            <a:extLst xmlns:a="http://schemas.openxmlformats.org/drawingml/2006/main">
              <a:ext uri="{FF2B5EF4-FFF2-40B4-BE49-F238E27FC236}">
                <a16:creationId xmlns:a16="http://schemas.microsoft.com/office/drawing/2014/main" id="{3B991FA2-B679-42F8-A33C-8388DCE1B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733800"/>
            <a:ext cx="571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9715"/>
          </a:bodyPr>
          <a:lstStyle xmlns:a="http://schemas.openxmlformats.org/drawingml/2006/main">
            <a:defPPr algn="l">
              <a:defRPr sz="1350" b="1">
                <a:solidFill>
                  <a:srgbClr val="AAA39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1350" b="1">
                <a:solidFill>
                  <a:srgbClr val="AAA398"/>
                </a:solidFill>
                <a:latin typeface="Pretendard"/>
                <a:ea typeface="Pretendard"/>
                <a:cs typeface="Pretendard"/>
              </a:defRPr>
            </a:pPr>
            <a:r>
              <a:rPr sz="1350" b="1">
                <a:solidFill>
                  <a:srgbClr val="AAA398"/>
                </a:solidFill>
                <a:latin typeface="Pretendard"/>
                <a:ea typeface="Pretendard"/>
                <a:cs typeface="Pretendard"/>
              </a:rPr>
              <a:t>회의에서 사용할 때</a:t>
            </a:r>
          </a:p>
        </p:txBody>
      </p:sp>
      <p:sp>
        <p:nvSpPr>
          <p:cNvPr id="14" name="flow-style">
            <a:extLst xmlns:a="http://schemas.openxmlformats.org/drawingml/2006/main">
              <a:ext uri="{FF2B5EF4-FFF2-40B4-BE49-F238E27FC236}">
                <a16:creationId xmlns:a16="http://schemas.microsoft.com/office/drawing/2014/main" id="{068FE2FF-1A56-4E9F-9473-633EBB0CD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248150"/>
            <a:ext cx="2895600" cy="1047750"/>
          </a:xfrm>
          <a:prstGeom xmlns:a="http://schemas.openxmlformats.org/drawingml/2006/main" prst="roundRect">
            <a:avLst>
              <a:gd name="adj" fmla="val 10909"/>
            </a:avLst>
          </a:prstGeom>
          <a:noFill xmlns:a="http://schemas.openxmlformats.org/drawingml/2006/main"/>
          <a:ln xmlns:a="http://schemas.openxmlformats.org/drawingml/2006/main" w="12383">
            <a:solidFill>
              <a:srgbClr val="807B72"/>
            </a:solidFill>
          </a:ln>
        </p:spPr>
      </p:sp>
      <p:sp>
        <p:nvSpPr>
          <p:cNvPr id="15" name="flow-text-10">
            <a:extLst xmlns:a="http://schemas.openxmlformats.org/drawingml/2006/main">
              <a:ext uri="{FF2B5EF4-FFF2-40B4-BE49-F238E27FC236}">
                <a16:creationId xmlns:a16="http://schemas.microsoft.com/office/drawing/2014/main" id="{03DBE13C-EDEA-4645-B062-77DB3B0C4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457700"/>
            <a:ext cx="28956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575" b="1">
                <a:solidFill>
                  <a:srgbClr val="F6F1E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ctr">
              <a:lnSpc>
                <a:spcPct val="140000"/>
              </a:lnSpc>
              <a:buNone/>
              <a:defRPr sz="1575" b="1">
                <a:solidFill>
                  <a:srgbClr val="F6F1E8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F6F1E8"/>
                </a:solidFill>
                <a:latin typeface="Pretendard"/>
                <a:ea typeface="Pretendard"/>
                <a:cs typeface="Pretendard"/>
              </a:rPr>
              <a:t>05  표시 선택</a:t>
            </a:r>
          </a:p>
          <a:p xmlns:a="http://schemas.openxmlformats.org/drawingml/2006/main">
            <a:pPr algn="ctr">
              <a:lnSpc>
                <a:spcPct val="140000"/>
              </a:lnSpc>
              <a:buNone/>
              <a:defRPr sz="1575" b="1">
                <a:solidFill>
                  <a:srgbClr val="F6F1E8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F6F1E8"/>
                </a:solidFill>
                <a:latin typeface="Pretendard"/>
                <a:ea typeface="Pretendard"/>
                <a:cs typeface="Pretendard"/>
              </a:rPr>
              <a:t>기본형 또는 동물형</a:t>
            </a:r>
          </a:p>
        </p:txBody>
      </p:sp>
      <p:sp>
        <p:nvSpPr>
          <p:cNvPr id="16" name="flow-meeting">
            <a:extLst xmlns:a="http://schemas.openxmlformats.org/drawingml/2006/main">
              <a:ext uri="{FF2B5EF4-FFF2-40B4-BE49-F238E27FC236}">
                <a16:creationId xmlns:a16="http://schemas.microsoft.com/office/drawing/2014/main" id="{51D1B74C-3514-45A3-B81E-18BDF8A12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248150"/>
            <a:ext cx="2895600" cy="1047750"/>
          </a:xfrm>
          <a:prstGeom xmlns:a="http://schemas.openxmlformats.org/drawingml/2006/main" prst="roundRect">
            <a:avLst>
              <a:gd name="adj" fmla="val 10909"/>
            </a:avLst>
          </a:prstGeom>
          <a:noFill xmlns:a="http://schemas.openxmlformats.org/drawingml/2006/main"/>
          <a:ln xmlns:a="http://schemas.openxmlformats.org/drawingml/2006/main" w="12383">
            <a:solidFill>
              <a:srgbClr val="807B72"/>
            </a:solidFill>
          </a:ln>
        </p:spPr>
      </p:sp>
      <p:sp>
        <p:nvSpPr>
          <p:cNvPr id="17" name="flow-text-11">
            <a:extLst xmlns:a="http://schemas.openxmlformats.org/drawingml/2006/main">
              <a:ext uri="{FF2B5EF4-FFF2-40B4-BE49-F238E27FC236}">
                <a16:creationId xmlns:a16="http://schemas.microsoft.com/office/drawing/2014/main" id="{1F5FB374-C5B6-47B6-AE63-7F6C6496B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457700"/>
            <a:ext cx="28956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575" b="1">
                <a:solidFill>
                  <a:srgbClr val="F6F1E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ctr">
              <a:lnSpc>
                <a:spcPct val="140000"/>
              </a:lnSpc>
              <a:buNone/>
              <a:defRPr sz="1575" b="1">
                <a:solidFill>
                  <a:srgbClr val="F6F1E8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F6F1E8"/>
                </a:solidFill>
                <a:latin typeface="Pretendard"/>
                <a:ea typeface="Pretendard"/>
                <a:cs typeface="Pretendard"/>
              </a:rPr>
              <a:t>06  Zoom 회의</a:t>
            </a:r>
          </a:p>
          <a:p xmlns:a="http://schemas.openxmlformats.org/drawingml/2006/main">
            <a:pPr algn="ctr">
              <a:lnSpc>
                <a:spcPct val="140000"/>
              </a:lnSpc>
              <a:buNone/>
              <a:defRPr sz="1575" b="1">
                <a:solidFill>
                  <a:srgbClr val="F6F1E8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F6F1E8"/>
                </a:solidFill>
                <a:latin typeface="Pretendard"/>
                <a:ea typeface="Pretendard"/>
                <a:cs typeface="Pretendard"/>
              </a:rPr>
              <a:t>마이크와 카메라 조작</a:t>
            </a:r>
          </a:p>
        </p:txBody>
      </p:sp>
      <p:sp>
        <p:nvSpPr>
          <p:cNvPr id="18" name="flow-indicator">
            <a:extLst xmlns:a="http://schemas.openxmlformats.org/drawingml/2006/main">
              <a:ext uri="{FF2B5EF4-FFF2-40B4-BE49-F238E27FC236}">
                <a16:creationId xmlns:a16="http://schemas.microsoft.com/office/drawing/2014/main" id="{AB9AE898-A4EF-4647-83D8-8B9F0FBBF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248150"/>
            <a:ext cx="2895600" cy="1047750"/>
          </a:xfrm>
          <a:prstGeom xmlns:a="http://schemas.openxmlformats.org/drawingml/2006/main" prst="roundRect">
            <a:avLst>
              <a:gd name="adj" fmla="val 10909"/>
            </a:avLst>
          </a:prstGeom>
          <a:noFill xmlns:a="http://schemas.openxmlformats.org/drawingml/2006/main"/>
          <a:ln xmlns:a="http://schemas.openxmlformats.org/drawingml/2006/main" w="12383">
            <a:solidFill>
              <a:srgbClr val="807B72"/>
            </a:solidFill>
          </a:ln>
        </p:spPr>
      </p:sp>
      <p:sp>
        <p:nvSpPr>
          <p:cNvPr id="19" name="flow-text-12">
            <a:extLst xmlns:a="http://schemas.openxmlformats.org/drawingml/2006/main">
              <a:ext uri="{FF2B5EF4-FFF2-40B4-BE49-F238E27FC236}">
                <a16:creationId xmlns:a16="http://schemas.microsoft.com/office/drawing/2014/main" id="{7731CC2B-D0D7-40ED-A837-A8973E6BF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457700"/>
            <a:ext cx="28956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575" b="1">
                <a:solidFill>
                  <a:srgbClr val="F6F1E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ctr">
              <a:lnSpc>
                <a:spcPct val="140000"/>
              </a:lnSpc>
              <a:buNone/>
              <a:defRPr sz="1575" b="1">
                <a:solidFill>
                  <a:srgbClr val="F6F1E8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F6F1E8"/>
                </a:solidFill>
                <a:latin typeface="Pretendard"/>
                <a:ea typeface="Pretendard"/>
                <a:cs typeface="Pretendard"/>
              </a:rPr>
              <a:t>07  상시 표시</a:t>
            </a:r>
          </a:p>
          <a:p xmlns:a="http://schemas.openxmlformats.org/drawingml/2006/main">
            <a:pPr algn="ctr">
              <a:lnSpc>
                <a:spcPct val="140000"/>
              </a:lnSpc>
              <a:buNone/>
              <a:defRPr sz="1575" b="1">
                <a:solidFill>
                  <a:srgbClr val="F6F1E8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F6F1E8"/>
                </a:solidFill>
                <a:latin typeface="Pretendard"/>
                <a:ea typeface="Pretendard"/>
                <a:cs typeface="Pretendard"/>
              </a:rPr>
              <a:t>상태 변화 자동 반영</a:t>
            </a:r>
          </a:p>
        </p:txBody>
      </p:sp>
      <p:sp>
        <p:nvSpPr>
          <p:cNvPr id="20" name="flow-text-13">
            <a:extLst xmlns:a="http://schemas.openxmlformats.org/drawingml/2006/main">
              <a:ext uri="{FF2B5EF4-FFF2-40B4-BE49-F238E27FC236}">
                <a16:creationId xmlns:a16="http://schemas.microsoft.com/office/drawing/2014/main" id="{BBC3F9E5-E851-497C-89BB-9557819E9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743575"/>
            <a:ext cx="108585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2262"/>
          </a:bodyPr>
          <a:lstStyle xmlns:a="http://schemas.openxmlformats.org/drawingml/2006/main">
            <a:defPPr algn="l">
              <a:defRPr sz="1500" b="0">
                <a:solidFill>
                  <a:srgbClr val="F6F1E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lnSpc>
                <a:spcPct val="140000"/>
              </a:lnSpc>
              <a:buNone/>
              <a:defRPr sz="1500" b="0">
                <a:solidFill>
                  <a:srgbClr val="F6F1E8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F6F1E8"/>
                </a:solidFill>
                <a:latin typeface="Pretendard"/>
                <a:ea typeface="Pretendard"/>
                <a:cs typeface="Pretendard"/>
              </a:rPr>
              <a:t>통계에 동의하지 않아도 상태 표시를 사용할 수 있습니다.</a:t>
            </a:r>
          </a:p>
        </p:txBody>
      </p:sp>
      <p:sp>
        <p:nvSpPr>
          <p:cNvPr id="21" name="flow-text-14">
            <a:extLst xmlns:a="http://schemas.openxmlformats.org/drawingml/2006/main">
              <a:ext uri="{FF2B5EF4-FFF2-40B4-BE49-F238E27FC236}">
                <a16:creationId xmlns:a16="http://schemas.microsoft.com/office/drawing/2014/main" id="{CE3FC84D-0082-471A-BCC9-DF86CE0A3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181725"/>
            <a:ext cx="10001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4538"/>
          </a:bodyPr>
          <a:lstStyle xmlns:a="http://schemas.openxmlformats.org/drawingml/2006/main">
            <a:defPPr algn="l">
              <a:defRPr sz="1275" b="0">
                <a:solidFill>
                  <a:srgbClr val="AAA39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lnSpc>
                <a:spcPct val="140000"/>
              </a:lnSpc>
              <a:buNone/>
              <a:defRPr sz="1275" b="0">
                <a:solidFill>
                  <a:srgbClr val="AAA398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AAA398"/>
                </a:solidFill>
                <a:latin typeface="Pretendard"/>
                <a:ea typeface="Pretendard"/>
                <a:cs typeface="Pretendard"/>
              </a:rPr>
              <a:t>선택한 표시 스타일과 화면 위치는 다음 실행에도 유지됩니다.</a:t>
            </a:r>
          </a:p>
        </p:txBody>
      </p:sp>
    </p:spTree>
    <p:extLst>
      <p:ext uri="{BB962C8B-B14F-4D97-AF65-F5344CB8AC3E}">
        <p14:creationId xmlns:p14="http://schemas.microsoft.com/office/powerpoint/2010/main" val="148763972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states-text-1">
            <a:extLst xmlns:a="http://schemas.openxmlformats.org/drawingml/2006/main">
              <a:ext uri="{FF2B5EF4-FFF2-40B4-BE49-F238E27FC236}">
                <a16:creationId xmlns:a16="http://schemas.microsoft.com/office/drawing/2014/main" id="{3DBD40E4-FFB9-4AFF-9605-1B1E84299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809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77716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975" b="1">
                <a:solidFill>
                  <a:srgbClr val="777168"/>
                </a:solidFill>
                <a:latin typeface="Pretendard"/>
                <a:ea typeface="Pretendard"/>
                <a:cs typeface="Pretendard"/>
              </a:defRPr>
            </a:pPr>
            <a:r>
              <a:rPr sz="975" b="1">
                <a:solidFill>
                  <a:srgbClr val="777168"/>
                </a:solidFill>
                <a:latin typeface="Pretendard"/>
                <a:ea typeface="Pretendard"/>
                <a:cs typeface="Pretendard"/>
              </a:rPr>
              <a:t>RESULT &amp; LIVE DEMO</a:t>
            </a:r>
          </a:p>
        </p:txBody>
      </p:sp>
      <p:sp>
        <p:nvSpPr>
          <p:cNvPr id="2" name="states-text-2">
            <a:extLst xmlns:a="http://schemas.openxmlformats.org/drawingml/2006/main">
              <a:ext uri="{FF2B5EF4-FFF2-40B4-BE49-F238E27FC236}">
                <a16:creationId xmlns:a16="http://schemas.microsoft.com/office/drawing/2014/main" id="{8C03FDAE-2E43-44A6-9D5F-C43F97760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850" b="1">
                <a:solidFill>
                  <a:srgbClr val="1E1D1A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850" b="1">
                <a:solidFill>
                  <a:srgbClr val="1E1D1A"/>
                </a:solidFill>
                <a:latin typeface="Pretendard"/>
                <a:ea typeface="Pretendard"/>
                <a:cs typeface="Pretendard"/>
              </a:defRPr>
            </a:pPr>
            <a:r>
              <a:rPr sz="2850" b="1">
                <a:solidFill>
                  <a:srgbClr val="1E1D1A"/>
                </a:solidFill>
                <a:latin typeface="Pretendard"/>
                <a:ea typeface="Pretendard"/>
                <a:cs typeface="Pretendard"/>
              </a:rPr>
              <a:t>기본형과 동물형의 네 가지 상태</a:t>
            </a:r>
          </a:p>
        </p:txBody>
      </p:sp>
      <p:sp>
        <p:nvSpPr>
          <p:cNvPr id="3" name="states-text-3">
            <a:extLst xmlns:a="http://schemas.openxmlformats.org/drawingml/2006/main">
              <a:ext uri="{FF2B5EF4-FFF2-40B4-BE49-F238E27FC236}">
                <a16:creationId xmlns:a16="http://schemas.microsoft.com/office/drawing/2014/main" id="{86C6EEE4-2067-40A3-AB87-7C4DE311B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438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1050" b="0">
                <a:solidFill>
                  <a:srgbClr val="77716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r">
              <a:lnSpc>
                <a:spcPct val="140000"/>
              </a:lnSpc>
              <a:buNone/>
              <a:defRPr sz="1050" b="0">
                <a:solidFill>
                  <a:srgbClr val="777168"/>
                </a:solidFill>
                <a:latin typeface="Pretendard"/>
                <a:ea typeface="Pretendard"/>
                <a:cs typeface="Pretendard"/>
              </a:defRPr>
            </a:pPr>
            <a:r>
              <a:rPr sz="1050" b="0">
                <a:solidFill>
                  <a:srgbClr val="777168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  <p:sp>
        <p:nvSpPr>
          <p:cNvPr id="4" name="states-text-4">
            <a:extLst xmlns:a="http://schemas.openxmlformats.org/drawingml/2006/main">
              <a:ext uri="{FF2B5EF4-FFF2-40B4-BE49-F238E27FC236}">
                <a16:creationId xmlns:a16="http://schemas.microsoft.com/office/drawing/2014/main" id="{A5A3726A-2FF7-4ED1-8B31-06C2A8747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704975"/>
            <a:ext cx="25146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575" b="1">
                <a:solidFill>
                  <a:srgbClr val="1E1D1A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ctr">
              <a:lnSpc>
                <a:spcPct val="130000"/>
              </a:lnSpc>
              <a:buNone/>
              <a:defRPr sz="1575" b="1">
                <a:solidFill>
                  <a:srgbClr val="1E1D1A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1E1D1A"/>
                </a:solidFill>
                <a:latin typeface="Pretendard"/>
                <a:ea typeface="Pretendard"/>
                <a:cs typeface="Pretendard"/>
              </a:rPr>
              <a:t>모두 꺼짐</a:t>
            </a:r>
          </a:p>
        </p:txBody>
      </p:sp>
      <p:sp>
        <p:nvSpPr>
          <p:cNvPr id="5" name="states-text-5">
            <a:extLst xmlns:a="http://schemas.openxmlformats.org/drawingml/2006/main">
              <a:ext uri="{FF2B5EF4-FFF2-40B4-BE49-F238E27FC236}">
                <a16:creationId xmlns:a16="http://schemas.microsoft.com/office/drawing/2014/main" id="{6563F458-5927-4174-93E1-2E73D6444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1704975"/>
            <a:ext cx="25146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575" b="1">
                <a:solidFill>
                  <a:srgbClr val="1E1D1A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ctr">
              <a:lnSpc>
                <a:spcPct val="130000"/>
              </a:lnSpc>
              <a:buNone/>
              <a:defRPr sz="1575" b="1">
                <a:solidFill>
                  <a:srgbClr val="1E1D1A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1E1D1A"/>
                </a:solidFill>
                <a:latin typeface="Pretendard"/>
                <a:ea typeface="Pretendard"/>
                <a:cs typeface="Pretendard"/>
              </a:rPr>
              <a:t>마이크 켜짐</a:t>
            </a:r>
          </a:p>
        </p:txBody>
      </p:sp>
      <p:sp>
        <p:nvSpPr>
          <p:cNvPr id="6" name="states-text-6">
            <a:extLst xmlns:a="http://schemas.openxmlformats.org/drawingml/2006/main">
              <a:ext uri="{FF2B5EF4-FFF2-40B4-BE49-F238E27FC236}">
                <a16:creationId xmlns:a16="http://schemas.microsoft.com/office/drawing/2014/main" id="{02706F9F-205F-44AB-B7C8-F23965C2B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704975"/>
            <a:ext cx="25146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575" b="1">
                <a:solidFill>
                  <a:srgbClr val="1E1D1A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ctr">
              <a:lnSpc>
                <a:spcPct val="130000"/>
              </a:lnSpc>
              <a:buNone/>
              <a:defRPr sz="1575" b="1">
                <a:solidFill>
                  <a:srgbClr val="1E1D1A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1E1D1A"/>
                </a:solidFill>
                <a:latin typeface="Pretendard"/>
                <a:ea typeface="Pretendard"/>
                <a:cs typeface="Pretendard"/>
              </a:rPr>
              <a:t>카메라 켜짐</a:t>
            </a:r>
          </a:p>
        </p:txBody>
      </p:sp>
      <p:sp>
        <p:nvSpPr>
          <p:cNvPr id="7" name="states-text-7">
            <a:extLst xmlns:a="http://schemas.openxmlformats.org/drawingml/2006/main">
              <a:ext uri="{FF2B5EF4-FFF2-40B4-BE49-F238E27FC236}">
                <a16:creationId xmlns:a16="http://schemas.microsoft.com/office/drawing/2014/main" id="{19CB1E4B-F55E-4A28-86C5-6864C9399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1704975"/>
            <a:ext cx="25146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575" b="1">
                <a:solidFill>
                  <a:srgbClr val="1E1D1A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ctr">
              <a:lnSpc>
                <a:spcPct val="130000"/>
              </a:lnSpc>
              <a:buNone/>
              <a:defRPr sz="1575" b="1">
                <a:solidFill>
                  <a:srgbClr val="1E1D1A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1E1D1A"/>
                </a:solidFill>
                <a:latin typeface="Pretendard"/>
                <a:ea typeface="Pretendard"/>
                <a:cs typeface="Pretendard"/>
              </a:rPr>
              <a:t>둘 다 켜짐</a:t>
            </a:r>
          </a:p>
        </p:txBody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9A7465-DF28-409D-A047-F09612DA9F9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75d24f02244271"/>
          <a:stretch xmlns:a="http://schemas.openxmlformats.org/drawingml/2006/main"/>
        </p:blipFill>
        <p:spPr>
          <a:xfrm xmlns:a="http://schemas.openxmlformats.org/drawingml/2006/main">
            <a:off x="657225" y="2487426"/>
            <a:ext cx="2514600" cy="616324"/>
          </a:xfrm>
          <a:prstGeom xmlns:a="http://schemas.openxmlformats.org/drawingml/2006/main" prst="rect">
            <a:avLst/>
          </a:prstGeom>
        </p:spPr>
      </p:pic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D1C956-8F83-463F-8453-905B44C614D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0957db17be455c"/>
          <a:stretch xmlns:a="http://schemas.openxmlformats.org/drawingml/2006/main"/>
        </p:blipFill>
        <p:spPr>
          <a:xfrm xmlns:a="http://schemas.openxmlformats.org/drawingml/2006/main">
            <a:off x="3457575" y="2487426"/>
            <a:ext cx="2514600" cy="616324"/>
          </a:xfrm>
          <a:prstGeom xmlns:a="http://schemas.openxmlformats.org/drawingml/2006/main" prst="rect">
            <a:avLst/>
          </a:prstGeom>
        </p:spPr>
      </p:pic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61CE0B-5879-4FF3-ACFC-32780C2A013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51ce17833449c2"/>
          <a:stretch xmlns:a="http://schemas.openxmlformats.org/drawingml/2006/main"/>
        </p:blipFill>
        <p:spPr>
          <a:xfrm xmlns:a="http://schemas.openxmlformats.org/drawingml/2006/main">
            <a:off x="6257925" y="2487426"/>
            <a:ext cx="2514600" cy="616324"/>
          </a:xfrm>
          <a:prstGeom xmlns:a="http://schemas.openxmlformats.org/drawingml/2006/main" prst="rect">
            <a:avLst/>
          </a:prstGeom>
        </p:spPr>
      </p:pic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FE8E4D-1DF5-42A8-9465-663C8A58687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0f875e98a824043"/>
          <a:stretch xmlns:a="http://schemas.openxmlformats.org/drawingml/2006/main"/>
        </p:blipFill>
        <p:spPr>
          <a:xfrm xmlns:a="http://schemas.openxmlformats.org/drawingml/2006/main">
            <a:off x="9058275" y="2487426"/>
            <a:ext cx="2514600" cy="616324"/>
          </a:xfrm>
          <a:prstGeom xmlns:a="http://schemas.openxmlformats.org/drawingml/2006/main" prst="rect">
            <a:avLst/>
          </a:prstGeom>
        </p:spPr>
      </p:pic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5A26AEA-B7C7-4ECE-B191-628F203FB38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9b62317a074c1c"/>
          <a:stretch xmlns:a="http://schemas.openxmlformats.org/drawingml/2006/main"/>
        </p:blipFill>
        <p:spPr>
          <a:xfrm xmlns:a="http://schemas.openxmlformats.org/drawingml/2006/main">
            <a:off x="647700" y="3505200"/>
            <a:ext cx="2514600" cy="1676400"/>
          </a:xfrm>
          <a:prstGeom xmlns:a="http://schemas.openxmlformats.org/drawingml/2006/main" prst="rect">
            <a:avLst/>
          </a:prstGeom>
        </p:spPr>
      </p:pic>
      <p:pic>
        <p:nvPic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A44DBA2-1B26-4B38-9AB9-CB6BF2F4AA4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da3e9f28bd4518"/>
          <a:stretch xmlns:a="http://schemas.openxmlformats.org/drawingml/2006/main"/>
        </p:blipFill>
        <p:spPr>
          <a:xfrm xmlns:a="http://schemas.openxmlformats.org/drawingml/2006/main">
            <a:off x="3448050" y="3505200"/>
            <a:ext cx="2514600" cy="1676400"/>
          </a:xfrm>
          <a:prstGeom xmlns:a="http://schemas.openxmlformats.org/drawingml/2006/main" prst="rect">
            <a:avLst/>
          </a:prstGeom>
        </p:spPr>
      </p:pic>
      <p:pic>
        <p:nvPic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0696BD5-4965-400C-AACE-CA97FA5CB20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8f6a92784743d4"/>
          <a:stretch xmlns:a="http://schemas.openxmlformats.org/drawingml/2006/main"/>
        </p:blipFill>
        <p:spPr>
          <a:xfrm xmlns:a="http://schemas.openxmlformats.org/drawingml/2006/main">
            <a:off x="6248400" y="3505200"/>
            <a:ext cx="2514600" cy="1676400"/>
          </a:xfrm>
          <a:prstGeom xmlns:a="http://schemas.openxmlformats.org/drawingml/2006/main" prst="rect">
            <a:avLst/>
          </a:prstGeom>
        </p:spPr>
      </p:pic>
      <p:pic>
        <p:nvPic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0B2EF1C-5F2C-4293-B28B-C76456B48E2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d242eb5a664d78"/>
          <a:stretch xmlns:a="http://schemas.openxmlformats.org/drawingml/2006/main"/>
        </p:blipFill>
        <p:spPr>
          <a:xfrm xmlns:a="http://schemas.openxmlformats.org/drawingml/2006/main">
            <a:off x="9048750" y="3505200"/>
            <a:ext cx="2514600" cy="1676400"/>
          </a:xfrm>
          <a:prstGeom xmlns:a="http://schemas.openxmlformats.org/drawingml/2006/main" prst="rect">
            <a:avLst/>
          </a:prstGeom>
        </p:spPr>
      </p:pic>
      <p:sp>
        <p:nvSpPr>
          <p:cNvPr id="16" name="states-text-8">
            <a:extLst xmlns:a="http://schemas.openxmlformats.org/drawingml/2006/main">
              <a:ext uri="{FF2B5EF4-FFF2-40B4-BE49-F238E27FC236}">
                <a16:creationId xmlns:a16="http://schemas.microsoft.com/office/drawing/2014/main" id="{D1907CAD-511E-4C40-85DE-275CD550F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391150"/>
            <a:ext cx="2514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2593"/>
          </a:bodyPr>
          <a:lstStyle xmlns:a="http://schemas.openxmlformats.org/drawingml/2006/main">
            <a:defPPr algn="ctr">
              <a:defRPr sz="1350" b="0">
                <a:solidFill>
                  <a:srgbClr val="77716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ctr">
              <a:lnSpc>
                <a:spcPct val="140000"/>
              </a:lnSpc>
              <a:buNone/>
              <a:defRPr sz="1350" b="0">
                <a:solidFill>
                  <a:srgbClr val="777168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777168"/>
                </a:solidFill>
                <a:latin typeface="Pretendard"/>
                <a:ea typeface="Pretendard"/>
                <a:cs typeface="Pretendard"/>
              </a:rPr>
              <a:t>쉬는 표정</a:t>
            </a:r>
          </a:p>
        </p:txBody>
      </p:sp>
      <p:sp>
        <p:nvSpPr>
          <p:cNvPr id="17" name="states-text-9">
            <a:extLst xmlns:a="http://schemas.openxmlformats.org/drawingml/2006/main">
              <a:ext uri="{FF2B5EF4-FFF2-40B4-BE49-F238E27FC236}">
                <a16:creationId xmlns:a16="http://schemas.microsoft.com/office/drawing/2014/main" id="{741EA6C7-1266-48EF-900B-42450B9CF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5391150"/>
            <a:ext cx="2514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2593"/>
          </a:bodyPr>
          <a:lstStyle xmlns:a="http://schemas.openxmlformats.org/drawingml/2006/main">
            <a:defPPr algn="ctr">
              <a:defRPr sz="1350" b="0">
                <a:solidFill>
                  <a:srgbClr val="77716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ctr">
              <a:lnSpc>
                <a:spcPct val="140000"/>
              </a:lnSpc>
              <a:buNone/>
              <a:defRPr sz="1350" b="0">
                <a:solidFill>
                  <a:srgbClr val="777168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777168"/>
                </a:solidFill>
                <a:latin typeface="Pretendard"/>
                <a:ea typeface="Pretendard"/>
                <a:cs typeface="Pretendard"/>
              </a:rPr>
              <a:t>눈 뜨기와 파동</a:t>
            </a:r>
          </a:p>
        </p:txBody>
      </p:sp>
      <p:sp>
        <p:nvSpPr>
          <p:cNvPr id="18" name="states-text-10">
            <a:extLst xmlns:a="http://schemas.openxmlformats.org/drawingml/2006/main">
              <a:ext uri="{FF2B5EF4-FFF2-40B4-BE49-F238E27FC236}">
                <a16:creationId xmlns:a16="http://schemas.microsoft.com/office/drawing/2014/main" id="{0E513723-0B14-42A4-AB4A-077C4D2D2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391150"/>
            <a:ext cx="2514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2593"/>
          </a:bodyPr>
          <a:lstStyle xmlns:a="http://schemas.openxmlformats.org/drawingml/2006/main">
            <a:defPPr algn="ctr">
              <a:defRPr sz="1350" b="0">
                <a:solidFill>
                  <a:srgbClr val="77716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ctr">
              <a:lnSpc>
                <a:spcPct val="140000"/>
              </a:lnSpc>
              <a:buNone/>
              <a:defRPr sz="1350" b="0">
                <a:solidFill>
                  <a:srgbClr val="777168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777168"/>
                </a:solidFill>
                <a:latin typeface="Pretendard"/>
                <a:ea typeface="Pretendard"/>
                <a:cs typeface="Pretendard"/>
              </a:rPr>
              <a:t>빨간 점</a:t>
            </a:r>
          </a:p>
        </p:txBody>
      </p:sp>
      <p:sp>
        <p:nvSpPr>
          <p:cNvPr id="19" name="states-text-11">
            <a:extLst xmlns:a="http://schemas.openxmlformats.org/drawingml/2006/main">
              <a:ext uri="{FF2B5EF4-FFF2-40B4-BE49-F238E27FC236}">
                <a16:creationId xmlns:a16="http://schemas.microsoft.com/office/drawing/2014/main" id="{547D78E0-D895-4905-9F6F-BEBFA442C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5391150"/>
            <a:ext cx="2514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2593"/>
          </a:bodyPr>
          <a:lstStyle xmlns:a="http://schemas.openxmlformats.org/drawingml/2006/main">
            <a:defPPr algn="ctr">
              <a:defRPr sz="1350" b="0">
                <a:solidFill>
                  <a:srgbClr val="77716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ctr">
              <a:lnSpc>
                <a:spcPct val="140000"/>
              </a:lnSpc>
              <a:buNone/>
              <a:defRPr sz="1350" b="0">
                <a:solidFill>
                  <a:srgbClr val="777168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777168"/>
                </a:solidFill>
                <a:latin typeface="Pretendard"/>
                <a:ea typeface="Pretendard"/>
                <a:cs typeface="Pretendard"/>
              </a:rPr>
              <a:t>파동과 빨간 점</a:t>
            </a:r>
          </a:p>
        </p:txBody>
      </p:sp>
      <p:sp>
        <p:nvSpPr>
          <p:cNvPr id="20" name="states-text-12">
            <a:extLst xmlns:a="http://schemas.openxmlformats.org/drawingml/2006/main">
              <a:ext uri="{FF2B5EF4-FFF2-40B4-BE49-F238E27FC236}">
                <a16:creationId xmlns:a16="http://schemas.microsoft.com/office/drawing/2014/main" id="{BFC55243-19E9-47F9-8104-C5F9DC57A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048375"/>
            <a:ext cx="104775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7118"/>
          </a:bodyPr>
          <a:lstStyle xmlns:a="http://schemas.openxmlformats.org/drawingml/2006/main">
            <a:defPPr algn="l">
              <a:defRPr sz="1425" b="0">
                <a:solidFill>
                  <a:srgbClr val="77716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lnSpc>
                <a:spcPct val="140000"/>
              </a:lnSpc>
              <a:buNone/>
              <a:defRPr sz="1425" b="0">
                <a:solidFill>
                  <a:srgbClr val="777168"/>
                </a:solidFill>
                <a:latin typeface="Pretendard"/>
                <a:ea typeface="Pretendard"/>
                <a:cs typeface="Pretendard"/>
              </a:defRPr>
            </a:pPr>
            <a:r>
              <a:rPr sz="1425" b="0">
                <a:solidFill>
                  <a:srgbClr val="777168"/>
                </a:solidFill>
                <a:latin typeface="Pretendard"/>
                <a:ea typeface="Pretendard"/>
                <a:cs typeface="Pretendard"/>
              </a:rPr>
              <a:t>기본형 4종과 동물형 12종을 하나의 앱에서 선택할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79345818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6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5249504-E8FB-4F12-997E-F0AE03C7AF4C}"/>
              </a:ext>
            </a:extLst>
          </p:cNvPr>
          <p:cNvCxnSpPr>
            <a:stCxn xmlns:a="http://schemas.openxmlformats.org/drawingml/2006/main" id="6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8924925" y="2371725"/>
            <a:ext cx="447675" cy="0"/>
          </a:xfrm>
          <a:prstGeom xmlns:a="http://schemas.openxmlformats.org/drawingml/2006/main" prst="straightConnector1">
            <a:avLst/>
          </a:prstGeom>
          <a:ln xmlns:a="http://schemas.openxmlformats.org/drawingml/2006/main" w="13335">
            <a:solidFill>
              <a:srgbClr val="777168"/>
            </a:solidFill>
            <a:tailEnd type="triangle" w="sm" len="sm"/>
          </a:ln>
        </p:spPr>
      </p:cxnSp>
      <p:sp>
        <p:nvSpPr>
          <p:cNvPr id="15" name="data-text-1">
            <a:extLst xmlns:a="http://schemas.openxmlformats.org/drawingml/2006/main">
              <a:ext uri="{FF2B5EF4-FFF2-40B4-BE49-F238E27FC236}">
                <a16:creationId xmlns:a16="http://schemas.microsoft.com/office/drawing/2014/main" id="{A02F18F9-F535-4198-9961-770BC0E37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809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77716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975" b="1">
                <a:solidFill>
                  <a:srgbClr val="777168"/>
                </a:solidFill>
                <a:latin typeface="Pretendard"/>
                <a:ea typeface="Pretendard"/>
                <a:cs typeface="Pretendard"/>
              </a:defRPr>
            </a:pPr>
            <a:r>
              <a:rPr sz="975" b="1">
                <a:solidFill>
                  <a:srgbClr val="777168"/>
                </a:solidFill>
                <a:latin typeface="Pretendard"/>
                <a:ea typeface="Pretendard"/>
                <a:cs typeface="Pretendard"/>
              </a:rPr>
              <a:t>SUPABASE &amp; OPT-IN DATA</a:t>
            </a:r>
          </a:p>
        </p:txBody>
      </p:sp>
      <p:sp>
        <p:nvSpPr>
          <p:cNvPr id="2" name="data-text-2">
            <a:extLst xmlns:a="http://schemas.openxmlformats.org/drawingml/2006/main">
              <a:ext uri="{FF2B5EF4-FFF2-40B4-BE49-F238E27FC236}">
                <a16:creationId xmlns:a16="http://schemas.microsoft.com/office/drawing/2014/main" id="{A741A7E5-E8A2-4A5D-8CD0-AA3695671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850" b="1">
                <a:solidFill>
                  <a:srgbClr val="1E1D1A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850" b="1">
                <a:solidFill>
                  <a:srgbClr val="1E1D1A"/>
                </a:solidFill>
                <a:latin typeface="Pretendard"/>
                <a:ea typeface="Pretendard"/>
                <a:cs typeface="Pretendard"/>
              </a:defRPr>
            </a:pPr>
            <a:r>
              <a:rPr sz="2850" b="1">
                <a:solidFill>
                  <a:srgbClr val="1E1D1A"/>
                </a:solidFill>
                <a:latin typeface="Pretendard"/>
                <a:ea typeface="Pretendard"/>
                <a:cs typeface="Pretendard"/>
              </a:rPr>
              <a:t>Supabase로 받아 보고 싶은 데이터</a:t>
            </a:r>
          </a:p>
        </p:txBody>
      </p:sp>
      <p:sp>
        <p:nvSpPr>
          <p:cNvPr id="3" name="data-text-3">
            <a:extLst xmlns:a="http://schemas.openxmlformats.org/drawingml/2006/main">
              <a:ext uri="{FF2B5EF4-FFF2-40B4-BE49-F238E27FC236}">
                <a16:creationId xmlns:a16="http://schemas.microsoft.com/office/drawing/2014/main" id="{960CBD3C-1CF5-42C0-9FA5-FABB3B4BB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438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1050" b="0">
                <a:solidFill>
                  <a:srgbClr val="77716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r">
              <a:lnSpc>
                <a:spcPct val="140000"/>
              </a:lnSpc>
              <a:buNone/>
              <a:defRPr sz="1050" b="0">
                <a:solidFill>
                  <a:srgbClr val="777168"/>
                </a:solidFill>
                <a:latin typeface="Pretendard"/>
                <a:ea typeface="Pretendard"/>
                <a:cs typeface="Pretendard"/>
              </a:defRPr>
            </a:pPr>
            <a:r>
              <a:rPr sz="1050" b="0">
                <a:solidFill>
                  <a:srgbClr val="777168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  <p:sp>
        <p:nvSpPr>
          <p:cNvPr id="4" name="data-text-4">
            <a:extLst xmlns:a="http://schemas.openxmlformats.org/drawingml/2006/main">
              <a:ext uri="{FF2B5EF4-FFF2-40B4-BE49-F238E27FC236}">
                <a16:creationId xmlns:a16="http://schemas.microsoft.com/office/drawing/2014/main" id="{1D5EC84E-67D4-48A0-AD10-09E16D8A5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76425"/>
            <a:ext cx="561975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87302"/>
          </a:bodyPr>
          <a:lstStyle xmlns:a="http://schemas.openxmlformats.org/drawingml/2006/main">
            <a:defPPr algn="l">
              <a:defRPr sz="3000" b="1">
                <a:solidFill>
                  <a:srgbClr val="1E1D1A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lnSpc>
                <a:spcPct val="140000"/>
              </a:lnSpc>
              <a:buNone/>
              <a:defRPr sz="3000" b="1">
                <a:solidFill>
                  <a:srgbClr val="1E1D1A"/>
                </a:solidFill>
                <a:latin typeface="Pretendard"/>
                <a:ea typeface="Pretendard"/>
                <a:cs typeface="Pretendard"/>
              </a:defRPr>
            </a:pPr>
            <a:r>
              <a:rPr sz="3000" b="1">
                <a:solidFill>
                  <a:srgbClr val="1E1D1A"/>
                </a:solidFill>
                <a:latin typeface="Pretendard"/>
                <a:ea typeface="Pretendard"/>
                <a:cs typeface="Pretendard"/>
              </a:rPr>
              <a:t>기본형과 동물형 중</a:t>
            </a:r>
          </a:p>
          <a:p xmlns:a="http://schemas.openxmlformats.org/drawingml/2006/main">
            <a:pPr algn="l">
              <a:lnSpc>
                <a:spcPct val="140000"/>
              </a:lnSpc>
              <a:buNone/>
              <a:defRPr sz="3000" b="1">
                <a:solidFill>
                  <a:srgbClr val="1E1D1A"/>
                </a:solidFill>
                <a:latin typeface="Pretendard"/>
                <a:ea typeface="Pretendard"/>
                <a:cs typeface="Pretendard"/>
              </a:defRPr>
            </a:pPr>
            <a:r>
              <a:rPr sz="3000" b="1">
                <a:solidFill>
                  <a:srgbClr val="1E1D1A"/>
                </a:solidFill>
                <a:latin typeface="Pretendard"/>
                <a:ea typeface="Pretendard"/>
                <a:cs typeface="Pretendard"/>
              </a:rPr>
              <a:t>무엇을 더 고르는지</a:t>
            </a:r>
          </a:p>
          <a:p xmlns:a="http://schemas.openxmlformats.org/drawingml/2006/main">
            <a:pPr algn="l">
              <a:lnSpc>
                <a:spcPct val="140000"/>
              </a:lnSpc>
              <a:buNone/>
              <a:defRPr sz="3000" b="1">
                <a:solidFill>
                  <a:srgbClr val="1E1D1A"/>
                </a:solidFill>
                <a:latin typeface="Pretendard"/>
                <a:ea typeface="Pretendard"/>
                <a:cs typeface="Pretendard"/>
              </a:defRPr>
            </a:pPr>
            <a:r>
              <a:rPr sz="3000" b="1">
                <a:solidFill>
                  <a:srgbClr val="1E1D1A"/>
                </a:solidFill>
                <a:latin typeface="Pretendard"/>
                <a:ea typeface="Pretendard"/>
                <a:cs typeface="Pretendard"/>
              </a:rPr>
              <a:t>보고 싶었습니다.</a:t>
            </a:r>
          </a:p>
        </p:txBody>
      </p:sp>
      <p:sp>
        <p:nvSpPr>
          <p:cNvPr id="5" name="data-text-5">
            <a:extLst xmlns:a="http://schemas.openxmlformats.org/drawingml/2006/main">
              <a:ext uri="{FF2B5EF4-FFF2-40B4-BE49-F238E27FC236}">
                <a16:creationId xmlns:a16="http://schemas.microsoft.com/office/drawing/2014/main" id="{B72493CC-1FC2-428B-B6C6-5CE9CEA43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962400"/>
            <a:ext cx="55626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8344"/>
          </a:bodyPr>
          <a:lstStyle xmlns:a="http://schemas.openxmlformats.org/drawingml/2006/main">
            <a:defPPr algn="l">
              <a:defRPr sz="1725" b="0">
                <a:solidFill>
                  <a:srgbClr val="77716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lnSpc>
                <a:spcPct val="140000"/>
              </a:lnSpc>
              <a:buNone/>
              <a:defRPr sz="1725" b="0">
                <a:solidFill>
                  <a:srgbClr val="777168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777168"/>
                </a:solidFill>
                <a:latin typeface="Pretendard"/>
                <a:ea typeface="Pretendard"/>
                <a:cs typeface="Pretendard"/>
              </a:rPr>
              <a:t>교수님이 소개한 Supabase를 연결해</a:t>
            </a:r>
          </a:p>
          <a:p xmlns:a="http://schemas.openxmlformats.org/drawingml/2006/main">
            <a:pPr algn="l">
              <a:lnSpc>
                <a:spcPct val="140000"/>
              </a:lnSpc>
              <a:buNone/>
              <a:defRPr sz="1725" b="0">
                <a:solidFill>
                  <a:srgbClr val="777168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777168"/>
                </a:solidFill>
                <a:latin typeface="Pretendard"/>
                <a:ea typeface="Pretendard"/>
                <a:cs typeface="Pretendard"/>
              </a:rPr>
              <a:t>동의한 사용자의 앱 실행과</a:t>
            </a:r>
          </a:p>
          <a:p xmlns:a="http://schemas.openxmlformats.org/drawingml/2006/main">
            <a:pPr algn="l">
              <a:lnSpc>
                <a:spcPct val="140000"/>
              </a:lnSpc>
              <a:buNone/>
              <a:defRPr sz="1725" b="0">
                <a:solidFill>
                  <a:srgbClr val="777168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777168"/>
                </a:solidFill>
                <a:latin typeface="Pretendard"/>
                <a:ea typeface="Pretendard"/>
                <a:cs typeface="Pretendard"/>
              </a:rPr>
              <a:t>표시 선택 이벤트를 받아 보려 했습니다.</a:t>
            </a:r>
          </a:p>
        </p:txBody>
      </p:sp>
      <p:sp>
        <p:nvSpPr>
          <p:cNvPr id="6" name="flow-choose">
            <a:extLst xmlns:a="http://schemas.openxmlformats.org/drawingml/2006/main">
              <a:ext uri="{FF2B5EF4-FFF2-40B4-BE49-F238E27FC236}">
                <a16:creationId xmlns:a16="http://schemas.microsoft.com/office/drawing/2014/main" id="{F69FD679-5B87-4A4E-9B85-997914DED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933575"/>
            <a:ext cx="2066925" cy="876300"/>
          </a:xfrm>
          <a:prstGeom xmlns:a="http://schemas.openxmlformats.org/drawingml/2006/main" prst="roundRect">
            <a:avLst>
              <a:gd name="adj" fmla="val 13043"/>
            </a:avLst>
          </a:prstGeom>
          <a:noFill xmlns:a="http://schemas.openxmlformats.org/drawingml/2006/main"/>
          <a:ln xmlns:a="http://schemas.openxmlformats.org/drawingml/2006/main" w="12383">
            <a:solidFill>
              <a:srgbClr val="D5CFC5"/>
            </a:solidFill>
          </a:ln>
        </p:spPr>
      </p:sp>
      <p:sp>
        <p:nvSpPr>
          <p:cNvPr id="7" name="data-text-6">
            <a:extLst xmlns:a="http://schemas.openxmlformats.org/drawingml/2006/main">
              <a:ext uri="{FF2B5EF4-FFF2-40B4-BE49-F238E27FC236}">
                <a16:creationId xmlns:a16="http://schemas.microsoft.com/office/drawing/2014/main" id="{0E0B0AB6-3D40-4C14-8DD9-DC93E69E3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143125"/>
            <a:ext cx="20669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75758"/>
          </a:bodyPr>
          <a:lstStyle xmlns:a="http://schemas.openxmlformats.org/drawingml/2006/main">
            <a:defPPr algn="ctr">
              <a:defRPr sz="1650" b="1">
                <a:solidFill>
                  <a:srgbClr val="1E1D1A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ctr">
              <a:lnSpc>
                <a:spcPct val="140000"/>
              </a:lnSpc>
              <a:buNone/>
              <a:defRPr sz="1650" b="1">
                <a:solidFill>
                  <a:srgbClr val="1E1D1A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1E1D1A"/>
                </a:solidFill>
                <a:latin typeface="Pretendard"/>
                <a:ea typeface="Pretendard"/>
                <a:cs typeface="Pretendard"/>
              </a:rPr>
              <a:t>사용자 동의</a:t>
            </a:r>
          </a:p>
          <a:p xmlns:a="http://schemas.openxmlformats.org/drawingml/2006/main">
            <a:pPr algn="ctr">
              <a:lnSpc>
                <a:spcPct val="140000"/>
              </a:lnSpc>
              <a:buNone/>
              <a:defRPr sz="1650" b="1">
                <a:solidFill>
                  <a:srgbClr val="1E1D1A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1E1D1A"/>
                </a:solidFill>
                <a:latin typeface="Pretendard"/>
                <a:ea typeface="Pretendard"/>
                <a:cs typeface="Pretendard"/>
              </a:rPr>
              <a:t>선택사항</a:t>
            </a:r>
          </a:p>
        </p:txBody>
      </p:sp>
      <p:sp>
        <p:nvSpPr>
          <p:cNvPr id="8" name="flow-receive">
            <a:extLst xmlns:a="http://schemas.openxmlformats.org/drawingml/2006/main">
              <a:ext uri="{FF2B5EF4-FFF2-40B4-BE49-F238E27FC236}">
                <a16:creationId xmlns:a16="http://schemas.microsoft.com/office/drawing/2014/main" id="{10305A9F-7E36-4CC4-8331-BC0349346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1933575"/>
            <a:ext cx="2066925" cy="876300"/>
          </a:xfrm>
          <a:prstGeom xmlns:a="http://schemas.openxmlformats.org/drawingml/2006/main" prst="roundRect">
            <a:avLst>
              <a:gd name="adj" fmla="val 13043"/>
            </a:avLst>
          </a:prstGeom>
          <a:noFill xmlns:a="http://schemas.openxmlformats.org/drawingml/2006/main"/>
          <a:ln xmlns:a="http://schemas.openxmlformats.org/drawingml/2006/main" w="12383">
            <a:solidFill>
              <a:srgbClr val="D5CFC5"/>
            </a:solidFill>
          </a:ln>
        </p:spPr>
      </p:sp>
      <p:sp>
        <p:nvSpPr>
          <p:cNvPr id="9" name="data-text-7">
            <a:extLst xmlns:a="http://schemas.openxmlformats.org/drawingml/2006/main">
              <a:ext uri="{FF2B5EF4-FFF2-40B4-BE49-F238E27FC236}">
                <a16:creationId xmlns:a16="http://schemas.microsoft.com/office/drawing/2014/main" id="{19845412-C80A-4214-9A39-735AA9EC0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143125"/>
            <a:ext cx="20669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75758"/>
          </a:bodyPr>
          <a:lstStyle xmlns:a="http://schemas.openxmlformats.org/drawingml/2006/main">
            <a:defPPr algn="ctr">
              <a:defRPr sz="1650" b="1">
                <a:solidFill>
                  <a:srgbClr val="1E1D1A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ctr">
              <a:lnSpc>
                <a:spcPct val="140000"/>
              </a:lnSpc>
              <a:buNone/>
              <a:defRPr sz="1650" b="1">
                <a:solidFill>
                  <a:srgbClr val="1E1D1A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1E1D1A"/>
                </a:solidFill>
                <a:latin typeface="Pretendard"/>
                <a:ea typeface="Pretendard"/>
                <a:cs typeface="Pretendard"/>
              </a:rPr>
              <a:t>Supabase</a:t>
            </a:r>
          </a:p>
          <a:p xmlns:a="http://schemas.openxmlformats.org/drawingml/2006/main">
            <a:pPr algn="ctr">
              <a:lnSpc>
                <a:spcPct val="140000"/>
              </a:lnSpc>
              <a:buNone/>
              <a:defRPr sz="1650" b="1">
                <a:solidFill>
                  <a:srgbClr val="1E1D1A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1E1D1A"/>
                </a:solidFill>
                <a:latin typeface="Pretendard"/>
                <a:ea typeface="Pretendard"/>
                <a:cs typeface="Pretendard"/>
              </a:rPr>
              <a:t>이벤트 수신</a:t>
            </a:r>
          </a:p>
        </p:txBody>
      </p:sp>
      <p:sp>
        <p:nvSpPr>
          <p:cNvPr id="10" name="data-text-8">
            <a:extLst xmlns:a="http://schemas.openxmlformats.org/drawingml/2006/main">
              <a:ext uri="{FF2B5EF4-FFF2-40B4-BE49-F238E27FC236}">
                <a16:creationId xmlns:a16="http://schemas.microsoft.com/office/drawing/2014/main" id="{C2CDFCEE-FD8C-44AC-B062-5E457738F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362325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77716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1350" b="1">
                <a:solidFill>
                  <a:srgbClr val="777168"/>
                </a:solidFill>
                <a:latin typeface="Pretendard"/>
                <a:ea typeface="Pretendard"/>
                <a:cs typeface="Pretendard"/>
              </a:defRPr>
            </a:pPr>
            <a:r>
              <a:rPr sz="1350" b="1">
                <a:solidFill>
                  <a:srgbClr val="777168"/>
                </a:solidFill>
                <a:latin typeface="Pretendard"/>
                <a:ea typeface="Pretendard"/>
                <a:cs typeface="Pretendard"/>
              </a:rPr>
              <a:t>확인하려는 항목</a:t>
            </a:r>
          </a:p>
        </p:txBody>
      </p:sp>
      <p:sp>
        <p:nvSpPr>
          <p:cNvPr id="11" name="data-text-9">
            <a:extLst xmlns:a="http://schemas.openxmlformats.org/drawingml/2006/main">
              <a:ext uri="{FF2B5EF4-FFF2-40B4-BE49-F238E27FC236}">
                <a16:creationId xmlns:a16="http://schemas.microsoft.com/office/drawing/2014/main" id="{98FF7EEB-04F6-4457-A6C4-E548F6445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857625"/>
            <a:ext cx="4705350" cy="1171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7619"/>
          </a:bodyPr>
          <a:lstStyle xmlns:a="http://schemas.openxmlformats.org/drawingml/2006/main">
            <a:defPPr algn="l">
              <a:defRPr sz="1875" b="0">
                <a:solidFill>
                  <a:srgbClr val="1E1D1A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lnSpc>
                <a:spcPct val="140000"/>
              </a:lnSpc>
              <a:buNone/>
              <a:defRPr sz="1875" b="0">
                <a:solidFill>
                  <a:srgbClr val="1E1D1A"/>
                </a:solidFill>
                <a:latin typeface="Pretendard"/>
                <a:ea typeface="Pretendard"/>
                <a:cs typeface="Pretendard"/>
              </a:defRPr>
            </a:pPr>
            <a:r>
              <a:rPr sz="1875" b="0">
                <a:solidFill>
                  <a:srgbClr val="1E1D1A"/>
                </a:solidFill>
                <a:latin typeface="Pretendard"/>
                <a:ea typeface="Pretendard"/>
                <a:cs typeface="Pretendard"/>
              </a:rPr>
              <a:t>대략적인 고유 설치 수</a:t>
            </a:r>
          </a:p>
          <a:p xmlns:a="http://schemas.openxmlformats.org/drawingml/2006/main">
            <a:pPr algn="l">
              <a:lnSpc>
                <a:spcPct val="140000"/>
              </a:lnSpc>
              <a:buNone/>
              <a:defRPr sz="1875" b="0">
                <a:solidFill>
                  <a:srgbClr val="1E1D1A"/>
                </a:solidFill>
                <a:latin typeface="Pretendard"/>
                <a:ea typeface="Pretendard"/>
                <a:cs typeface="Pretendard"/>
              </a:defRPr>
            </a:pPr>
            <a:r>
              <a:rPr sz="1875" b="0">
                <a:solidFill>
                  <a:srgbClr val="1E1D1A"/>
                </a:solidFill>
                <a:latin typeface="Pretendard"/>
                <a:ea typeface="Pretendard"/>
                <a:cs typeface="Pretendard"/>
              </a:rPr>
              <a:t>설치별 마지막 표시 스타일</a:t>
            </a:r>
          </a:p>
          <a:p xmlns:a="http://schemas.openxmlformats.org/drawingml/2006/main">
            <a:pPr algn="l">
              <a:lnSpc>
                <a:spcPct val="140000"/>
              </a:lnSpc>
              <a:buNone/>
              <a:defRPr sz="1875" b="0">
                <a:solidFill>
                  <a:srgbClr val="1E1D1A"/>
                </a:solidFill>
                <a:latin typeface="Pretendard"/>
                <a:ea typeface="Pretendard"/>
                <a:cs typeface="Pretendard"/>
              </a:defRPr>
            </a:pPr>
            <a:r>
              <a:rPr sz="1875" b="0">
                <a:solidFill>
                  <a:srgbClr val="1E1D1A"/>
                </a:solidFill>
                <a:latin typeface="Pretendard"/>
                <a:ea typeface="Pretendard"/>
                <a:cs typeface="Pretendard"/>
              </a:rPr>
              <a:t>캐릭터 선택 기록</a:t>
            </a:r>
          </a:p>
        </p:txBody>
      </p:sp>
      <p:sp>
        <p:nvSpPr>
          <p:cNvPr id="12" name="data-text-10">
            <a:extLst xmlns:a="http://schemas.openxmlformats.org/drawingml/2006/main">
              <a:ext uri="{FF2B5EF4-FFF2-40B4-BE49-F238E27FC236}">
                <a16:creationId xmlns:a16="http://schemas.microsoft.com/office/drawing/2014/main" id="{95961DDA-8735-4287-B3F5-B74FD4B96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600700"/>
            <a:ext cx="108013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77716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lnSpc>
                <a:spcPct val="140000"/>
              </a:lnSpc>
              <a:buNone/>
              <a:defRPr sz="1425" b="0">
                <a:solidFill>
                  <a:srgbClr val="777168"/>
                </a:solidFill>
                <a:latin typeface="Pretendard"/>
                <a:ea typeface="Pretendard"/>
                <a:cs typeface="Pretendard"/>
              </a:defRPr>
            </a:pPr>
            <a:r>
              <a:rPr sz="1425" b="0">
                <a:solidFill>
                  <a:srgbClr val="777168"/>
                </a:solidFill>
                <a:latin typeface="Pretendard"/>
                <a:ea typeface="Pretendard"/>
                <a:cs typeface="Pretendard"/>
              </a:rPr>
              <a:t>이름, 회의 정보, 마이크와 카메라 상태, 음성과 영상은 수집하지 않습니다.</a:t>
            </a:r>
          </a:p>
        </p:txBody>
      </p:sp>
      <p:sp>
        <p:nvSpPr>
          <p:cNvPr id="13" name="data-text-11">
            <a:extLst xmlns:a="http://schemas.openxmlformats.org/drawingml/2006/main">
              <a:ext uri="{FF2B5EF4-FFF2-40B4-BE49-F238E27FC236}">
                <a16:creationId xmlns:a16="http://schemas.microsoft.com/office/drawing/2014/main" id="{9F3AE5BC-620F-4603-A1EE-4845F5919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09600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1E1D1A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lnSpc>
                <a:spcPct val="140000"/>
              </a:lnSpc>
              <a:buNone/>
              <a:defRPr sz="1425" b="1">
                <a:solidFill>
                  <a:srgbClr val="1E1D1A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1E1D1A"/>
                </a:solidFill>
                <a:latin typeface="Pretendard"/>
                <a:ea typeface="Pretendard"/>
                <a:cs typeface="Pretendard"/>
                <a:hlinkClick xmlns:r="http://schemas.openxmlformats.org/officeDocument/2006/relationships" r:id="R00934e123dea4c4b"/>
              </a:rPr>
              <a:t>데이터 구조 확인</a:t>
            </a:r>
          </a:p>
        </p:txBody>
      </p:sp>
    </p:spTree>
    <p:extLst>
      <p:ext uri="{BB962C8B-B14F-4D97-AF65-F5344CB8AC3E}">
        <p14:creationId xmlns:p14="http://schemas.microsoft.com/office/powerpoint/2010/main" val="76879710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1E1D1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insights-text-1">
            <a:extLst xmlns:a="http://schemas.openxmlformats.org/drawingml/2006/main">
              <a:ext uri="{FF2B5EF4-FFF2-40B4-BE49-F238E27FC236}">
                <a16:creationId xmlns:a16="http://schemas.microsoft.com/office/drawing/2014/main" id="{7D28E97F-24EB-47D9-91DD-B0643BD4E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809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AAA39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975" b="1">
                <a:solidFill>
                  <a:srgbClr val="AAA398"/>
                </a:solidFill>
                <a:latin typeface="Pretendard"/>
                <a:ea typeface="Pretendard"/>
                <a:cs typeface="Pretendard"/>
              </a:defRPr>
            </a:pPr>
            <a:r>
              <a:rPr sz="975" b="1">
                <a:solidFill>
                  <a:srgbClr val="AAA398"/>
                </a:solidFill>
                <a:latin typeface="Pretendard"/>
                <a:ea typeface="Pretendard"/>
                <a:cs typeface="Pretendard"/>
              </a:rPr>
              <a:t>PERSONAL EXPERIENCE &amp; NEXT STEP</a:t>
            </a:r>
          </a:p>
        </p:txBody>
      </p:sp>
      <p:sp>
        <p:nvSpPr>
          <p:cNvPr id="2" name="insights-text-2">
            <a:extLst xmlns:a="http://schemas.openxmlformats.org/drawingml/2006/main">
              <a:ext uri="{FF2B5EF4-FFF2-40B4-BE49-F238E27FC236}">
                <a16:creationId xmlns:a16="http://schemas.microsoft.com/office/drawing/2014/main" id="{355E7176-7945-4A71-80ED-98DBCA22F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850" b="1">
                <a:solidFill>
                  <a:srgbClr val="F6F1E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850" b="1">
                <a:solidFill>
                  <a:srgbClr val="F6F1E8"/>
                </a:solidFill>
                <a:latin typeface="Pretendard"/>
                <a:ea typeface="Pretendard"/>
                <a:cs typeface="Pretendard"/>
              </a:defRPr>
            </a:pPr>
            <a:r>
              <a:rPr sz="2850" b="1">
                <a:solidFill>
                  <a:srgbClr val="F6F1E8"/>
                </a:solidFill>
                <a:latin typeface="Pretendard"/>
                <a:ea typeface="Pretendard"/>
                <a:cs typeface="Pretendard"/>
              </a:rPr>
              <a:t>사용해 보며 느낀 점</a:t>
            </a:r>
          </a:p>
        </p:txBody>
      </p:sp>
      <p:sp>
        <p:nvSpPr>
          <p:cNvPr id="3" name="insights-text-3">
            <a:extLst xmlns:a="http://schemas.openxmlformats.org/drawingml/2006/main">
              <a:ext uri="{FF2B5EF4-FFF2-40B4-BE49-F238E27FC236}">
                <a16:creationId xmlns:a16="http://schemas.microsoft.com/office/drawing/2014/main" id="{01DAF5DC-A5E2-4678-8E96-640240CC3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438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1050" b="0">
                <a:solidFill>
                  <a:srgbClr val="AAA39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r">
              <a:lnSpc>
                <a:spcPct val="140000"/>
              </a:lnSpc>
              <a:buNone/>
              <a:defRPr sz="1050" b="0">
                <a:solidFill>
                  <a:srgbClr val="AAA398"/>
                </a:solidFill>
                <a:latin typeface="Pretendard"/>
                <a:ea typeface="Pretendard"/>
                <a:cs typeface="Pretendard"/>
              </a:defRPr>
            </a:pPr>
            <a:r>
              <a:rPr sz="1050" b="0">
                <a:solidFill>
                  <a:srgbClr val="AAA398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  <p:sp>
        <p:nvSpPr>
          <p:cNvPr id="4" name="insights-text-4">
            <a:extLst xmlns:a="http://schemas.openxmlformats.org/drawingml/2006/main">
              <a:ext uri="{FF2B5EF4-FFF2-40B4-BE49-F238E27FC236}">
                <a16:creationId xmlns:a16="http://schemas.microsoft.com/office/drawing/2014/main" id="{6E9A2A6D-BBC3-4739-AEC7-1E77734A4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62125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1991"/>
          </a:bodyPr>
          <a:lstStyle xmlns:a="http://schemas.openxmlformats.org/drawingml/2006/main">
            <a:defPPr algn="l">
              <a:defRPr sz="1650" b="0">
                <a:solidFill>
                  <a:srgbClr val="AAA39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lnSpc>
                <a:spcPct val="140000"/>
              </a:lnSpc>
              <a:buNone/>
              <a:defRPr sz="1650" b="0">
                <a:solidFill>
                  <a:srgbClr val="AAA398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AAA398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5" name="insights-text-5">
            <a:extLst xmlns:a="http://schemas.openxmlformats.org/drawingml/2006/main">
              <a:ext uri="{FF2B5EF4-FFF2-40B4-BE49-F238E27FC236}">
                <a16:creationId xmlns:a16="http://schemas.microsoft.com/office/drawing/2014/main" id="{BA2AE575-EF17-4A02-9858-E2CC5535C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1695450"/>
            <a:ext cx="9953625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475" b="1">
                <a:solidFill>
                  <a:srgbClr val="F6F1E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lnSpc>
                <a:spcPct val="140000"/>
              </a:lnSpc>
              <a:buNone/>
              <a:defRPr sz="2475" b="1">
                <a:solidFill>
                  <a:srgbClr val="F6F1E8"/>
                </a:solidFill>
                <a:latin typeface="Pretendard"/>
                <a:ea typeface="Pretendard"/>
                <a:cs typeface="Pretendard"/>
              </a:defRPr>
            </a:pPr>
            <a:r>
              <a:rPr sz="2475" b="1">
                <a:solidFill>
                  <a:srgbClr val="F6F1E8"/>
                </a:solidFill>
                <a:latin typeface="Pretendard"/>
                <a:ea typeface="Pretendard"/>
                <a:cs typeface="Pretendard"/>
              </a:rPr>
              <a:t>귀여운 펫으로 시작했지만,</a:t>
            </a:r>
          </a:p>
          <a:p xmlns:a="http://schemas.openxmlformats.org/drawingml/2006/main">
            <a:pPr algn="l">
              <a:lnSpc>
                <a:spcPct val="140000"/>
              </a:lnSpc>
              <a:buNone/>
              <a:defRPr sz="2475" b="1">
                <a:solidFill>
                  <a:srgbClr val="F6F1E8"/>
                </a:solidFill>
                <a:latin typeface="Pretendard"/>
                <a:ea typeface="Pretendard"/>
                <a:cs typeface="Pretendard"/>
              </a:defRPr>
            </a:pPr>
            <a:r>
              <a:rPr sz="2475" b="1">
                <a:solidFill>
                  <a:srgbClr val="F6F1E8"/>
                </a:solidFill>
                <a:latin typeface="Pretendard"/>
                <a:ea typeface="Pretendard"/>
                <a:cs typeface="Pretendard"/>
              </a:rPr>
              <a:t>저에게는 기본형이 더 직관적이었습니다.</a:t>
            </a:r>
          </a:p>
        </p:txBody>
      </p:sp>
      <p:sp>
        <p:nvSpPr>
          <p:cNvPr id="6" name="insights-text-6">
            <a:extLst xmlns:a="http://schemas.openxmlformats.org/drawingml/2006/main">
              <a:ext uri="{FF2B5EF4-FFF2-40B4-BE49-F238E27FC236}">
                <a16:creationId xmlns:a16="http://schemas.microsoft.com/office/drawing/2014/main" id="{7CE7AB8F-CEF8-431F-8B1E-C2C247AE4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2876550"/>
            <a:ext cx="9953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6372"/>
          </a:bodyPr>
          <a:lstStyle xmlns:a="http://schemas.openxmlformats.org/drawingml/2006/main">
            <a:defPPr algn="l">
              <a:defRPr sz="1575" b="0">
                <a:solidFill>
                  <a:srgbClr val="AAA39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lnSpc>
                <a:spcPct val="140000"/>
              </a:lnSpc>
              <a:buNone/>
              <a:defRPr sz="1575" b="0">
                <a:solidFill>
                  <a:srgbClr val="AAA398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AAA398"/>
                </a:solidFill>
                <a:latin typeface="Pretendard"/>
                <a:ea typeface="Pretendard"/>
                <a:cs typeface="Pretendard"/>
              </a:rPr>
              <a:t>현재도 기본형을 켜두고 사용하고 있습니다.</a:t>
            </a:r>
          </a:p>
        </p:txBody>
      </p:sp>
      <p:sp>
        <p:nvSpPr>
          <p:cNvPr id="7" name="insights-text-7">
            <a:extLst xmlns:a="http://schemas.openxmlformats.org/drawingml/2006/main">
              <a:ext uri="{FF2B5EF4-FFF2-40B4-BE49-F238E27FC236}">
                <a16:creationId xmlns:a16="http://schemas.microsoft.com/office/drawing/2014/main" id="{527FEBB4-7180-4D47-ACA7-BE36E4863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90925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1991"/>
          </a:bodyPr>
          <a:lstStyle xmlns:a="http://schemas.openxmlformats.org/drawingml/2006/main">
            <a:defPPr algn="l">
              <a:defRPr sz="1650" b="0">
                <a:solidFill>
                  <a:srgbClr val="AAA39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lnSpc>
                <a:spcPct val="140000"/>
              </a:lnSpc>
              <a:buNone/>
              <a:defRPr sz="1650" b="0">
                <a:solidFill>
                  <a:srgbClr val="AAA398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AAA398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8" name="insights-text-8">
            <a:extLst xmlns:a="http://schemas.openxmlformats.org/drawingml/2006/main">
              <a:ext uri="{FF2B5EF4-FFF2-40B4-BE49-F238E27FC236}">
                <a16:creationId xmlns:a16="http://schemas.microsoft.com/office/drawing/2014/main" id="{288093D4-B228-47CF-ADC7-FBD2BBFD7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3486150"/>
            <a:ext cx="9953625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325" b="1">
                <a:solidFill>
                  <a:srgbClr val="F6F1E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lnSpc>
                <a:spcPct val="140000"/>
              </a:lnSpc>
              <a:buNone/>
              <a:defRPr sz="2325" b="1">
                <a:solidFill>
                  <a:srgbClr val="F6F1E8"/>
                </a:solidFill>
                <a:latin typeface="Pretendard"/>
                <a:ea typeface="Pretendard"/>
                <a:cs typeface="Pretendard"/>
              </a:defRPr>
            </a:pPr>
            <a:r>
              <a:rPr sz="2325" b="1">
                <a:solidFill>
                  <a:srgbClr val="F6F1E8"/>
                </a:solidFill>
                <a:latin typeface="Pretendard"/>
                <a:ea typeface="Pretendard"/>
                <a:cs typeface="Pretendard"/>
              </a:rPr>
              <a:t>오늘 수업에서 사용해 보니,</a:t>
            </a:r>
          </a:p>
          <a:p xmlns:a="http://schemas.openxmlformats.org/drawingml/2006/main">
            <a:pPr algn="l">
              <a:lnSpc>
                <a:spcPct val="140000"/>
              </a:lnSpc>
              <a:buNone/>
              <a:defRPr sz="2325" b="1">
                <a:solidFill>
                  <a:srgbClr val="F6F1E8"/>
                </a:solidFill>
                <a:latin typeface="Pretendard"/>
                <a:ea typeface="Pretendard"/>
                <a:cs typeface="Pretendard"/>
              </a:defRPr>
            </a:pPr>
            <a:r>
              <a:rPr sz="2325" b="1">
                <a:solidFill>
                  <a:srgbClr val="F6F1E8"/>
                </a:solidFill>
                <a:latin typeface="Pretendard"/>
                <a:ea typeface="Pretendard"/>
                <a:cs typeface="Pretendard"/>
              </a:rPr>
              <a:t>저에게 필요한 도구라고 느꼈습니다.</a:t>
            </a:r>
          </a:p>
        </p:txBody>
      </p:sp>
      <p:sp>
        <p:nvSpPr>
          <p:cNvPr id="9" name="insights-text-9">
            <a:extLst xmlns:a="http://schemas.openxmlformats.org/drawingml/2006/main">
              <a:ext uri="{FF2B5EF4-FFF2-40B4-BE49-F238E27FC236}">
                <a16:creationId xmlns:a16="http://schemas.microsoft.com/office/drawing/2014/main" id="{236E18F4-3518-47FF-B1AA-86C12EB3E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06730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AAA39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1275" b="1">
                <a:solidFill>
                  <a:srgbClr val="AAA398"/>
                </a:solidFill>
                <a:latin typeface="Pretendard"/>
                <a:ea typeface="Pretendard"/>
                <a:cs typeface="Pretendard"/>
              </a:defRPr>
            </a:pPr>
            <a:r>
              <a:rPr sz="1275" b="1">
                <a:solidFill>
                  <a:srgbClr val="AAA398"/>
                </a:solidFill>
                <a:latin typeface="Pretendard"/>
                <a:ea typeface="Pretendard"/>
                <a:cs typeface="Pretendard"/>
              </a:rPr>
              <a:t>다음에 해보고 싶은 실험</a:t>
            </a:r>
          </a:p>
        </p:txBody>
      </p:sp>
      <p:sp>
        <p:nvSpPr>
          <p:cNvPr id="10" name="insights-text-10">
            <a:extLst xmlns:a="http://schemas.openxmlformats.org/drawingml/2006/main">
              <a:ext uri="{FF2B5EF4-FFF2-40B4-BE49-F238E27FC236}">
                <a16:creationId xmlns:a16="http://schemas.microsoft.com/office/drawing/2014/main" id="{746F7509-531A-4410-ADD8-C27A89ACA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486400"/>
            <a:ext cx="1071562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950" b="1">
                <a:solidFill>
                  <a:srgbClr val="F6F1E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lnSpc>
                <a:spcPct val="140000"/>
              </a:lnSpc>
              <a:buNone/>
              <a:defRPr sz="1950" b="1">
                <a:solidFill>
                  <a:srgbClr val="F6F1E8"/>
                </a:solidFill>
                <a:latin typeface="Pretendard"/>
                <a:ea typeface="Pretendard"/>
                <a:cs typeface="Pretendard"/>
              </a:defRPr>
            </a:pPr>
            <a:r>
              <a:rPr sz="1950" b="1">
                <a:solidFill>
                  <a:srgbClr val="F6F1E8"/>
                </a:solidFill>
                <a:latin typeface="Pretendard"/>
                <a:ea typeface="Pretendard"/>
                <a:cs typeface="Pretendard"/>
              </a:rPr>
              <a:t>알림창에서 바로 Zoom 마이크와 카메라를</a:t>
            </a:r>
          </a:p>
          <a:p xmlns:a="http://schemas.openxmlformats.org/drawingml/2006/main">
            <a:pPr algn="l">
              <a:lnSpc>
                <a:spcPct val="140000"/>
              </a:lnSpc>
              <a:buNone/>
              <a:defRPr sz="1950" b="1">
                <a:solidFill>
                  <a:srgbClr val="F6F1E8"/>
                </a:solidFill>
                <a:latin typeface="Pretendard"/>
                <a:ea typeface="Pretendard"/>
                <a:cs typeface="Pretendard"/>
              </a:defRPr>
            </a:pPr>
            <a:r>
              <a:rPr sz="1950" b="1">
                <a:solidFill>
                  <a:srgbClr val="F6F1E8"/>
                </a:solidFill>
                <a:latin typeface="Pretendard"/>
                <a:ea typeface="Pretendard"/>
                <a:cs typeface="Pretendard"/>
              </a:rPr>
              <a:t>켜고 끌 수 있는지 실험해 보고자 합니다.</a:t>
            </a:r>
          </a:p>
        </p:txBody>
      </p:sp>
      <p:sp>
        <p:nvSpPr>
          <p:cNvPr id="11" name="insights-text-11">
            <a:extLst xmlns:a="http://schemas.openxmlformats.org/drawingml/2006/main">
              <a:ext uri="{FF2B5EF4-FFF2-40B4-BE49-F238E27FC236}">
                <a16:creationId xmlns:a16="http://schemas.microsoft.com/office/drawing/2014/main" id="{F0D94178-D08E-45E1-8D52-668FE2DD8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391275"/>
            <a:ext cx="9525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1270"/>
          </a:bodyPr>
          <a:lstStyle xmlns:a="http://schemas.openxmlformats.org/drawingml/2006/main">
            <a:defPPr algn="l">
              <a:defRPr sz="1125" b="0">
                <a:solidFill>
                  <a:srgbClr val="AAA39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lnSpc>
                <a:spcPct val="140000"/>
              </a:lnSpc>
              <a:buNone/>
              <a:defRPr sz="1125" b="0">
                <a:solidFill>
                  <a:srgbClr val="AAA398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AAA398"/>
                </a:solidFill>
                <a:latin typeface="Pretendard"/>
                <a:ea typeface="Pretendard"/>
                <a:cs typeface="Pretendard"/>
              </a:rPr>
              <a:t>아직 구현하지 않은 다음 실험입니다.</a:t>
            </a:r>
          </a:p>
        </p:txBody>
      </p:sp>
    </p:spTree>
    <p:extLst>
      <p:ext uri="{BB962C8B-B14F-4D97-AF65-F5344CB8AC3E}">
        <p14:creationId xmlns:p14="http://schemas.microsoft.com/office/powerpoint/2010/main" val="30093725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6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hare-text-1">
            <a:extLst xmlns:a="http://schemas.openxmlformats.org/drawingml/2006/main">
              <a:ext uri="{FF2B5EF4-FFF2-40B4-BE49-F238E27FC236}">
                <a16:creationId xmlns:a16="http://schemas.microsoft.com/office/drawing/2014/main" id="{A062EDC5-E34D-41FF-8CE4-C2E6EB34B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809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77716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975" b="1">
                <a:solidFill>
                  <a:srgbClr val="777168"/>
                </a:solidFill>
                <a:latin typeface="Pretendard"/>
                <a:ea typeface="Pretendard"/>
                <a:cs typeface="Pretendard"/>
              </a:defRPr>
            </a:pPr>
            <a:r>
              <a:rPr sz="975" b="1">
                <a:solidFill>
                  <a:srgbClr val="777168"/>
                </a:solidFill>
                <a:latin typeface="Pretendard"/>
                <a:ea typeface="Pretendard"/>
                <a:cs typeface="Pretendard"/>
              </a:rPr>
              <a:t>DEMO &amp; LINKS</a:t>
            </a:r>
          </a:p>
        </p:txBody>
      </p:sp>
      <p:sp>
        <p:nvSpPr>
          <p:cNvPr id="2" name="share-text-2">
            <a:extLst xmlns:a="http://schemas.openxmlformats.org/drawingml/2006/main">
              <a:ext uri="{FF2B5EF4-FFF2-40B4-BE49-F238E27FC236}">
                <a16:creationId xmlns:a16="http://schemas.microsoft.com/office/drawing/2014/main" id="{2660F2A4-5EF5-410D-AEB3-09B9ADA42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850" b="1">
                <a:solidFill>
                  <a:srgbClr val="1E1D1A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850" b="1">
                <a:solidFill>
                  <a:srgbClr val="1E1D1A"/>
                </a:solidFill>
                <a:latin typeface="Pretendard"/>
                <a:ea typeface="Pretendard"/>
                <a:cs typeface="Pretendard"/>
              </a:defRPr>
            </a:pPr>
            <a:r>
              <a:rPr sz="2850" b="1">
                <a:solidFill>
                  <a:srgbClr val="1E1D1A"/>
                </a:solidFill>
                <a:latin typeface="Pretendard"/>
                <a:ea typeface="Pretendard"/>
                <a:cs typeface="Pretendard"/>
              </a:rPr>
              <a:t>시연과 공유</a:t>
            </a:r>
          </a:p>
        </p:txBody>
      </p:sp>
      <p:sp>
        <p:nvSpPr>
          <p:cNvPr id="3" name="share-text-3">
            <a:extLst xmlns:a="http://schemas.openxmlformats.org/drawingml/2006/main">
              <a:ext uri="{FF2B5EF4-FFF2-40B4-BE49-F238E27FC236}">
                <a16:creationId xmlns:a16="http://schemas.microsoft.com/office/drawing/2014/main" id="{1D69C78F-2E7D-4AF9-8F30-7719FD4A9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438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1050" b="0">
                <a:solidFill>
                  <a:srgbClr val="77716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r">
              <a:lnSpc>
                <a:spcPct val="140000"/>
              </a:lnSpc>
              <a:buNone/>
              <a:defRPr sz="1050" b="0">
                <a:solidFill>
                  <a:srgbClr val="777168"/>
                </a:solidFill>
                <a:latin typeface="Pretendard"/>
                <a:ea typeface="Pretendard"/>
                <a:cs typeface="Pretendard"/>
              </a:defRPr>
            </a:pPr>
            <a:r>
              <a:rPr sz="1050" b="0">
                <a:solidFill>
                  <a:srgbClr val="777168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13C190-16C3-42B8-92A3-A1C6766DCA5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06fb44be984eb1"/>
          <a:stretch xmlns:a="http://schemas.openxmlformats.org/drawingml/2006/main"/>
        </p:blipFill>
        <p:spPr>
          <a:xfrm xmlns:a="http://schemas.openxmlformats.org/drawingml/2006/main">
            <a:off x="1539039" y="1828800"/>
            <a:ext cx="1970171" cy="2000250"/>
          </a:xfrm>
          <a:prstGeom xmlns:a="http://schemas.openxmlformats.org/drawingml/2006/main" prst="rect">
            <a:avLst/>
          </a:prstGeom>
        </p:spPr>
      </p:pic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8ACA87-923F-4D23-B0E7-DC8345E9FD4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e002b73eca4cea"/>
          <a:stretch xmlns:a="http://schemas.openxmlformats.org/drawingml/2006/main"/>
        </p:blipFill>
        <p:spPr>
          <a:xfrm xmlns:a="http://schemas.openxmlformats.org/drawingml/2006/main">
            <a:off x="5758614" y="1828800"/>
            <a:ext cx="1970171" cy="2000250"/>
          </a:xfrm>
          <a:prstGeom xmlns:a="http://schemas.openxmlformats.org/drawingml/2006/main" prst="rect">
            <a:avLst/>
          </a:prstGeom>
        </p:spPr>
      </p:pic>
      <p:sp>
        <p:nvSpPr>
          <p:cNvPr id="6" name="share-text-4">
            <a:extLst xmlns:a="http://schemas.openxmlformats.org/drawingml/2006/main">
              <a:ext uri="{FF2B5EF4-FFF2-40B4-BE49-F238E27FC236}">
                <a16:creationId xmlns:a16="http://schemas.microsoft.com/office/drawing/2014/main" id="{74AB46FA-03C7-440F-8A1B-64EED6E02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86225"/>
            <a:ext cx="3790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1E1D1A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lnSpc>
                <a:spcPct val="140000"/>
              </a:lnSpc>
              <a:buNone/>
              <a:defRPr sz="1725" b="1">
                <a:solidFill>
                  <a:srgbClr val="1E1D1A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1E1D1A"/>
                </a:solidFill>
                <a:latin typeface="Pretendard"/>
                <a:ea typeface="Pretendard"/>
                <a:cs typeface="Pretendard"/>
                <a:hlinkClick xmlns:r="http://schemas.openxmlformats.org/officeDocument/2006/relationships" r:id="Rdc14ddafb07943d7"/>
              </a:rPr>
              <a:t>기본형 초기 데모 보기</a:t>
            </a:r>
          </a:p>
        </p:txBody>
      </p:sp>
      <p:sp>
        <p:nvSpPr>
          <p:cNvPr id="7" name="share-text-5">
            <a:extLst xmlns:a="http://schemas.openxmlformats.org/drawingml/2006/main">
              <a:ext uri="{FF2B5EF4-FFF2-40B4-BE49-F238E27FC236}">
                <a16:creationId xmlns:a16="http://schemas.microsoft.com/office/drawing/2014/main" id="{8737A91A-BA72-45C4-BE4D-D6D18D842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8225" y="4086225"/>
            <a:ext cx="3790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1E1D1A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lnSpc>
                <a:spcPct val="140000"/>
              </a:lnSpc>
              <a:buNone/>
              <a:defRPr sz="1725" b="1">
                <a:solidFill>
                  <a:srgbClr val="1E1D1A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1E1D1A"/>
                </a:solidFill>
                <a:latin typeface="Pretendard"/>
                <a:ea typeface="Pretendard"/>
                <a:cs typeface="Pretendard"/>
                <a:hlinkClick xmlns:r="http://schemas.openxmlformats.org/officeDocument/2006/relationships" r:id="Rf4588b3100ff45a9"/>
              </a:rPr>
              <a:t>동물형 초기 데모 보기</a:t>
            </a:r>
          </a:p>
        </p:txBody>
      </p:sp>
      <p:sp>
        <p:nvSpPr>
          <p:cNvPr id="8" name="share-text-6">
            <a:extLst xmlns:a="http://schemas.openxmlformats.org/drawingml/2006/main">
              <a:ext uri="{FF2B5EF4-FFF2-40B4-BE49-F238E27FC236}">
                <a16:creationId xmlns:a16="http://schemas.microsoft.com/office/drawing/2014/main" id="{DE6784EE-FA75-4299-AED2-42874A9C7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714875"/>
            <a:ext cx="81724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77716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lnSpc>
                <a:spcPct val="140000"/>
              </a:lnSpc>
              <a:buNone/>
              <a:defRPr sz="1425" b="0">
                <a:solidFill>
                  <a:srgbClr val="777168"/>
                </a:solidFill>
                <a:latin typeface="Pretendard"/>
                <a:ea typeface="Pretendard"/>
                <a:cs typeface="Pretendard"/>
              </a:defRPr>
            </a:pPr>
            <a:r>
              <a:rPr sz="1425" b="0">
                <a:solidFill>
                  <a:srgbClr val="777168"/>
                </a:solidFill>
                <a:latin typeface="Pretendard"/>
                <a:ea typeface="Pretendard"/>
                <a:cs typeface="Pretendard"/>
              </a:rPr>
              <a:t>초기 시각 데모 영상이며, 실제 Zoom 감지는 설치된 앱으로 시연합니다.</a:t>
            </a:r>
          </a:p>
        </p:txBody>
      </p:sp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7B8659-C256-4C89-BEEE-A3716A84C2A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b7431a65e14544"/>
          <a:stretch xmlns:a="http://schemas.openxmlformats.org/drawingml/2006/main"/>
        </p:blipFill>
        <p:spPr>
          <a:xfrm xmlns:a="http://schemas.openxmlformats.org/drawingml/2006/main">
            <a:off x="9658350" y="2105025"/>
            <a:ext cx="1657350" cy="1657350"/>
          </a:xfrm>
          <a:prstGeom xmlns:a="http://schemas.openxmlformats.org/drawingml/2006/main" prst="rect">
            <a:avLst/>
          </a:prstGeom>
        </p:spPr>
      </p:pic>
      <p:sp>
        <p:nvSpPr>
          <p:cNvPr id="10" name="share-text-7">
            <a:extLst xmlns:a="http://schemas.openxmlformats.org/drawingml/2006/main">
              <a:ext uri="{FF2B5EF4-FFF2-40B4-BE49-F238E27FC236}">
                <a16:creationId xmlns:a16="http://schemas.microsoft.com/office/drawing/2014/main" id="{94DA3A58-26B0-4EC0-844F-E165B5086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4086225"/>
            <a:ext cx="2190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725" b="1">
                <a:solidFill>
                  <a:srgbClr val="1E1D1A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ctr">
              <a:lnSpc>
                <a:spcPct val="140000"/>
              </a:lnSpc>
              <a:buNone/>
              <a:defRPr sz="1725" b="1">
                <a:solidFill>
                  <a:srgbClr val="1E1D1A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1E1D1A"/>
                </a:solidFill>
                <a:latin typeface="Pretendard"/>
                <a:ea typeface="Pretendard"/>
                <a:cs typeface="Pretendard"/>
                <a:hlinkClick xmlns:r="http://schemas.openxmlformats.org/officeDocument/2006/relationships" r:id="R50bfc61900ad406f"/>
              </a:rPr>
              <a:t>앱 다운로드</a:t>
            </a:r>
          </a:p>
        </p:txBody>
      </p:sp>
      <p:sp>
        <p:nvSpPr>
          <p:cNvPr id="11" name="share-text-8">
            <a:extLst xmlns:a="http://schemas.openxmlformats.org/drawingml/2006/main">
              <a:ext uri="{FF2B5EF4-FFF2-40B4-BE49-F238E27FC236}">
                <a16:creationId xmlns:a16="http://schemas.microsoft.com/office/drawing/2014/main" id="{83CBC282-DCC5-4EB1-A512-952BF22A3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772150"/>
            <a:ext cx="17145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650" b="1">
                <a:solidFill>
                  <a:srgbClr val="1E1D1A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lnSpc>
                <a:spcPct val="140000"/>
              </a:lnSpc>
              <a:buNone/>
              <a:defRPr sz="1650" b="1">
                <a:solidFill>
                  <a:srgbClr val="1E1D1A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1E1D1A"/>
                </a:solidFill>
                <a:latin typeface="Pretendard"/>
                <a:ea typeface="Pretendard"/>
                <a:cs typeface="Pretendard"/>
                <a:hlinkClick xmlns:r="http://schemas.openxmlformats.org/officeDocument/2006/relationships" r:id="Re8ef262a41d74470"/>
              </a:rPr>
              <a:t>GitHub</a:t>
            </a:r>
          </a:p>
        </p:txBody>
      </p:sp>
      <p:sp>
        <p:nvSpPr>
          <p:cNvPr id="12" name="share-text-9">
            <a:extLst xmlns:a="http://schemas.openxmlformats.org/drawingml/2006/main">
              <a:ext uri="{FF2B5EF4-FFF2-40B4-BE49-F238E27FC236}">
                <a16:creationId xmlns:a16="http://schemas.microsoft.com/office/drawing/2014/main" id="{EE723291-54B1-4763-9772-998F9EECB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5772150"/>
            <a:ext cx="21907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650" b="1">
                <a:solidFill>
                  <a:srgbClr val="1E1D1A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lnSpc>
                <a:spcPct val="140000"/>
              </a:lnSpc>
              <a:buNone/>
              <a:defRPr sz="1650" b="1">
                <a:solidFill>
                  <a:srgbClr val="1E1D1A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1E1D1A"/>
                </a:solidFill>
                <a:latin typeface="Pretendard"/>
                <a:ea typeface="Pretendard"/>
                <a:cs typeface="Pretendard"/>
                <a:hlinkClick xmlns:r="http://schemas.openxmlformats.org/officeDocument/2006/relationships" r:id="R3c84f60bc54340b3"/>
              </a:rPr>
              <a:t>최신 Release</a:t>
            </a:r>
          </a:p>
        </p:txBody>
      </p:sp>
      <p:sp>
        <p:nvSpPr>
          <p:cNvPr id="13" name="share-text-10">
            <a:extLst xmlns:a="http://schemas.openxmlformats.org/drawingml/2006/main">
              <a:ext uri="{FF2B5EF4-FFF2-40B4-BE49-F238E27FC236}">
                <a16:creationId xmlns:a16="http://schemas.microsoft.com/office/drawing/2014/main" id="{6838F71F-1BD3-4F2D-B85C-7481D0671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5772150"/>
            <a:ext cx="21907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650" b="1">
                <a:solidFill>
                  <a:srgbClr val="1E1D1A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lnSpc>
                <a:spcPct val="140000"/>
              </a:lnSpc>
              <a:buNone/>
              <a:defRPr sz="1650" b="1">
                <a:solidFill>
                  <a:srgbClr val="1E1D1A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1E1D1A"/>
                </a:solidFill>
                <a:latin typeface="Pretendard"/>
                <a:ea typeface="Pretendard"/>
                <a:cs typeface="Pretendard"/>
                <a:hlinkClick xmlns:r="http://schemas.openxmlformats.org/officeDocument/2006/relationships" r:id="R79abb40e6a1649be"/>
              </a:rPr>
              <a:t>Supabase</a:t>
            </a:r>
          </a:p>
        </p:txBody>
      </p:sp>
    </p:spTree>
    <p:extLst>
      <p:ext uri="{BB962C8B-B14F-4D97-AF65-F5344CB8AC3E}">
        <p14:creationId xmlns:p14="http://schemas.microsoft.com/office/powerpoint/2010/main" val="185154909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2026-10-12T12:24:38.1390000Z</dcterms:created>
  <dcterms:modified xsi:type="dcterms:W3CDTF">2026-10-12T12:24:38.1390000Z</dcterms:modified>
</coreProperties>
</file>